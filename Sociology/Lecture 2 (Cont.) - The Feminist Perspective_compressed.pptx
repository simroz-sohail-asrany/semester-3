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61" r:id="rId4"/>
    <p:sldId id="262" r:id="rId5"/>
    <p:sldId id="264" r:id="rId6"/>
    <p:sldId id="265" r:id="rId7"/>
    <p:sldId id="273" r:id="rId8"/>
    <p:sldId id="274" r:id="rId9"/>
    <p:sldId id="269" r:id="rId10"/>
    <p:sldId id="276" r:id="rId11"/>
    <p:sldId id="277" r:id="rId12"/>
    <p:sldId id="280" r:id="rId13"/>
    <p:sldId id="28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1041"/>
    <a:srgbClr val="007CD0"/>
    <a:srgbClr val="9999FF"/>
    <a:srgbClr val="CCCC00"/>
    <a:srgbClr val="FF9900"/>
    <a:srgbClr val="009999"/>
    <a:srgbClr val="FFCCFF"/>
    <a:srgbClr val="A20E38"/>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C93FAF-7DBB-47C5-87E1-0EA8FB76410F}" type="doc">
      <dgm:prSet loTypeId="urn:microsoft.com/office/officeart/2008/layout/LinedList" loCatId="list" qsTypeId="urn:microsoft.com/office/officeart/2005/8/quickstyle/simple1" qsCatId="simple" csTypeId="urn:microsoft.com/office/officeart/2005/8/colors/accent0_2" csCatId="mainScheme" phldr="1"/>
      <dgm:spPr/>
      <dgm:t>
        <a:bodyPr/>
        <a:lstStyle/>
        <a:p>
          <a:endParaRPr lang="en-US"/>
        </a:p>
      </dgm:t>
    </dgm:pt>
    <dgm:pt modelId="{186634F7-26DD-4442-BAB5-5BFB418739AB}">
      <dgm:prSet phldrT="[Text]" custT="1"/>
      <dgm:spPr/>
      <dgm:t>
        <a:bodyPr/>
        <a:lstStyle/>
        <a:p>
          <a:pPr algn="ctr"/>
          <a:r>
            <a:rPr lang="en-US" sz="4000" b="1" cap="none" spc="0" dirty="0" smtClean="0">
              <a:solidFill>
                <a:srgbClr val="BC1041"/>
              </a:solidFill>
              <a:latin typeface="Times New Roman" panose="02020603050405020304" pitchFamily="18" charset="0"/>
              <a:cs typeface="Times New Roman" panose="02020603050405020304" pitchFamily="18" charset="0"/>
            </a:rPr>
            <a:t>4. Feminist Perspective</a:t>
          </a:r>
          <a:endParaRPr lang="en-US" sz="4000" dirty="0">
            <a:solidFill>
              <a:srgbClr val="BC1041"/>
            </a:solidFill>
          </a:endParaRPr>
        </a:p>
      </dgm:t>
    </dgm:pt>
    <dgm:pt modelId="{D91FEF0E-0988-4F58-9C4F-3EFB820E81DC}" type="parTrans" cxnId="{4C278616-215B-4858-9631-C187FF57BB81}">
      <dgm:prSet/>
      <dgm:spPr/>
      <dgm:t>
        <a:bodyPr/>
        <a:lstStyle/>
        <a:p>
          <a:pPr algn="ctr"/>
          <a:endParaRPr lang="en-US" sz="2000">
            <a:solidFill>
              <a:srgbClr val="C00000"/>
            </a:solidFill>
          </a:endParaRPr>
        </a:p>
      </dgm:t>
    </dgm:pt>
    <dgm:pt modelId="{8D3208ED-EFB5-4148-B7DE-538653F60D99}" type="sibTrans" cxnId="{4C278616-215B-4858-9631-C187FF57BB81}">
      <dgm:prSet/>
      <dgm:spPr/>
      <dgm:t>
        <a:bodyPr/>
        <a:lstStyle/>
        <a:p>
          <a:pPr algn="ctr"/>
          <a:endParaRPr lang="en-US" sz="2000">
            <a:solidFill>
              <a:srgbClr val="C00000"/>
            </a:solidFill>
          </a:endParaRPr>
        </a:p>
      </dgm:t>
    </dgm:pt>
    <dgm:pt modelId="{80650604-520D-44B4-826C-A330F5AB6C3D}" type="pres">
      <dgm:prSet presAssocID="{95C93FAF-7DBB-47C5-87E1-0EA8FB76410F}" presName="vert0" presStyleCnt="0">
        <dgm:presLayoutVars>
          <dgm:dir/>
          <dgm:animOne val="branch"/>
          <dgm:animLvl val="lvl"/>
        </dgm:presLayoutVars>
      </dgm:prSet>
      <dgm:spPr/>
      <dgm:t>
        <a:bodyPr/>
        <a:lstStyle/>
        <a:p>
          <a:endParaRPr lang="en-US"/>
        </a:p>
      </dgm:t>
    </dgm:pt>
    <dgm:pt modelId="{35073932-141F-478A-A076-9ECD586ECF3F}" type="pres">
      <dgm:prSet presAssocID="{186634F7-26DD-4442-BAB5-5BFB418739AB}" presName="thickLine" presStyleLbl="alignNode1" presStyleIdx="0" presStyleCnt="1"/>
      <dgm:spPr/>
    </dgm:pt>
    <dgm:pt modelId="{EC665AD4-BC81-44F0-8C4C-0FE65B77B124}" type="pres">
      <dgm:prSet presAssocID="{186634F7-26DD-4442-BAB5-5BFB418739AB}" presName="horz1" presStyleCnt="0"/>
      <dgm:spPr/>
    </dgm:pt>
    <dgm:pt modelId="{4BB6533F-A079-4A23-A250-09D9E84D75C3}" type="pres">
      <dgm:prSet presAssocID="{186634F7-26DD-4442-BAB5-5BFB418739AB}" presName="tx1" presStyleLbl="revTx" presStyleIdx="0" presStyleCnt="1"/>
      <dgm:spPr/>
      <dgm:t>
        <a:bodyPr/>
        <a:lstStyle/>
        <a:p>
          <a:endParaRPr lang="en-US"/>
        </a:p>
      </dgm:t>
    </dgm:pt>
    <dgm:pt modelId="{3959FD8C-87B4-46F3-BE46-5C83ABAFA832}" type="pres">
      <dgm:prSet presAssocID="{186634F7-26DD-4442-BAB5-5BFB418739AB}" presName="vert1" presStyleCnt="0"/>
      <dgm:spPr/>
    </dgm:pt>
  </dgm:ptLst>
  <dgm:cxnLst>
    <dgm:cxn modelId="{515A7E8C-E55E-44C1-8FA2-B7CC6758F8F6}" type="presOf" srcId="{186634F7-26DD-4442-BAB5-5BFB418739AB}" destId="{4BB6533F-A079-4A23-A250-09D9E84D75C3}" srcOrd="0" destOrd="0" presId="urn:microsoft.com/office/officeart/2008/layout/LinedList"/>
    <dgm:cxn modelId="{18B125FE-BDEA-4467-94CF-5C0BB7069528}" type="presOf" srcId="{95C93FAF-7DBB-47C5-87E1-0EA8FB76410F}" destId="{80650604-520D-44B4-826C-A330F5AB6C3D}" srcOrd="0" destOrd="0" presId="urn:microsoft.com/office/officeart/2008/layout/LinedList"/>
    <dgm:cxn modelId="{4C278616-215B-4858-9631-C187FF57BB81}" srcId="{95C93FAF-7DBB-47C5-87E1-0EA8FB76410F}" destId="{186634F7-26DD-4442-BAB5-5BFB418739AB}" srcOrd="0" destOrd="0" parTransId="{D91FEF0E-0988-4F58-9C4F-3EFB820E81DC}" sibTransId="{8D3208ED-EFB5-4148-B7DE-538653F60D99}"/>
    <dgm:cxn modelId="{118263A2-731D-49B1-99CD-25CBD4C034C3}" type="presParOf" srcId="{80650604-520D-44B4-826C-A330F5AB6C3D}" destId="{35073932-141F-478A-A076-9ECD586ECF3F}" srcOrd="0" destOrd="0" presId="urn:microsoft.com/office/officeart/2008/layout/LinedList"/>
    <dgm:cxn modelId="{B5E9E7C9-055F-4D22-845A-7064F0748B6C}" type="presParOf" srcId="{80650604-520D-44B4-826C-A330F5AB6C3D}" destId="{EC665AD4-BC81-44F0-8C4C-0FE65B77B124}" srcOrd="1" destOrd="0" presId="urn:microsoft.com/office/officeart/2008/layout/LinedList"/>
    <dgm:cxn modelId="{C267CFCC-5836-4BD3-B2E7-6AB9CFAA364E}" type="presParOf" srcId="{EC665AD4-BC81-44F0-8C4C-0FE65B77B124}" destId="{4BB6533F-A079-4A23-A250-09D9E84D75C3}" srcOrd="0" destOrd="0" presId="urn:microsoft.com/office/officeart/2008/layout/LinedList"/>
    <dgm:cxn modelId="{E5EC82F1-F13D-4CF1-9076-A610A3223529}" type="presParOf" srcId="{EC665AD4-BC81-44F0-8C4C-0FE65B77B124}" destId="{3959FD8C-87B4-46F3-BE46-5C83ABAFA83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4B7EA3-9ECF-464E-B998-533B64E4840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E4D8BFF-5D66-4E43-AA3B-BA56F2C3CC3E}">
      <dgm:prSet phldrT="[Text]"/>
      <dgm:spPr>
        <a:noFill/>
      </dgm:spPr>
      <dgm:t>
        <a:bodyPr/>
        <a:lstStyle/>
        <a:p>
          <a:pPr algn="ctr"/>
          <a:r>
            <a:rPr lang="en-US" dirty="0" smtClean="0">
              <a:ln w="0"/>
              <a:solidFill>
                <a:schemeClr val="tx1"/>
              </a:solidFill>
              <a:latin typeface="Georgia" panose="02040502050405020303" pitchFamily="18" charset="0"/>
            </a:rPr>
            <a:t>Ms. Kauser Malik</a:t>
          </a:r>
        </a:p>
        <a:p>
          <a:pPr algn="ctr"/>
          <a:r>
            <a:rPr lang="en-US" dirty="0" smtClean="0">
              <a:solidFill>
                <a:schemeClr val="tx1"/>
              </a:solidFill>
              <a:latin typeface="Georgia" panose="02040502050405020303" pitchFamily="18" charset="0"/>
              <a:ea typeface="Gill Sans"/>
              <a:cs typeface="Gill Sans"/>
              <a:sym typeface="Gill Sans"/>
            </a:rPr>
            <a:t>Lecturer (Science &amp; Humanities)</a:t>
          </a:r>
          <a:endParaRPr lang="en-US" dirty="0">
            <a:solidFill>
              <a:schemeClr val="tx1"/>
            </a:solidFill>
          </a:endParaRPr>
        </a:p>
      </dgm:t>
    </dgm:pt>
    <dgm:pt modelId="{3F823860-8777-4215-A2C1-5D12B864011B}" type="parTrans" cxnId="{9F9EBC8A-DFB8-4DD6-AEE5-A9CA477FB5EC}">
      <dgm:prSet/>
      <dgm:spPr/>
      <dgm:t>
        <a:bodyPr/>
        <a:lstStyle/>
        <a:p>
          <a:endParaRPr lang="en-US"/>
        </a:p>
      </dgm:t>
    </dgm:pt>
    <dgm:pt modelId="{08DD33DF-3CBD-4412-9E48-9AC9CD8BA85D}" type="sibTrans" cxnId="{9F9EBC8A-DFB8-4DD6-AEE5-A9CA477FB5EC}">
      <dgm:prSet/>
      <dgm:spPr/>
      <dgm:t>
        <a:bodyPr/>
        <a:lstStyle/>
        <a:p>
          <a:endParaRPr lang="en-US"/>
        </a:p>
      </dgm:t>
    </dgm:pt>
    <dgm:pt modelId="{64492073-575D-4D42-98C5-8FA4736C8699}" type="pres">
      <dgm:prSet presAssocID="{E74B7EA3-9ECF-464E-B998-533B64E48403}" presName="linear" presStyleCnt="0">
        <dgm:presLayoutVars>
          <dgm:animLvl val="lvl"/>
          <dgm:resizeHandles val="exact"/>
        </dgm:presLayoutVars>
      </dgm:prSet>
      <dgm:spPr/>
      <dgm:t>
        <a:bodyPr/>
        <a:lstStyle/>
        <a:p>
          <a:endParaRPr lang="en-US"/>
        </a:p>
      </dgm:t>
    </dgm:pt>
    <dgm:pt modelId="{BD9BEEE7-C6A0-4B1C-8D0A-4736F37F8EBA}" type="pres">
      <dgm:prSet presAssocID="{2E4D8BFF-5D66-4E43-AA3B-BA56F2C3CC3E}" presName="parentText" presStyleLbl="node1" presStyleIdx="0" presStyleCnt="1">
        <dgm:presLayoutVars>
          <dgm:chMax val="0"/>
          <dgm:bulletEnabled val="1"/>
        </dgm:presLayoutVars>
      </dgm:prSet>
      <dgm:spPr/>
      <dgm:t>
        <a:bodyPr/>
        <a:lstStyle/>
        <a:p>
          <a:endParaRPr lang="en-US"/>
        </a:p>
      </dgm:t>
    </dgm:pt>
  </dgm:ptLst>
  <dgm:cxnLst>
    <dgm:cxn modelId="{9F9EBC8A-DFB8-4DD6-AEE5-A9CA477FB5EC}" srcId="{E74B7EA3-9ECF-464E-B998-533B64E48403}" destId="{2E4D8BFF-5D66-4E43-AA3B-BA56F2C3CC3E}" srcOrd="0" destOrd="0" parTransId="{3F823860-8777-4215-A2C1-5D12B864011B}" sibTransId="{08DD33DF-3CBD-4412-9E48-9AC9CD8BA85D}"/>
    <dgm:cxn modelId="{E6155888-5DA8-43F9-938B-105E3597308E}" type="presOf" srcId="{2E4D8BFF-5D66-4E43-AA3B-BA56F2C3CC3E}" destId="{BD9BEEE7-C6A0-4B1C-8D0A-4736F37F8EBA}" srcOrd="0" destOrd="0" presId="urn:microsoft.com/office/officeart/2005/8/layout/vList2"/>
    <dgm:cxn modelId="{F5D21519-B91A-4EFB-803D-A558BAD8E94D}" type="presOf" srcId="{E74B7EA3-9ECF-464E-B998-533B64E48403}" destId="{64492073-575D-4D42-98C5-8FA4736C8699}" srcOrd="0" destOrd="0" presId="urn:microsoft.com/office/officeart/2005/8/layout/vList2"/>
    <dgm:cxn modelId="{9D23C3BA-F54B-4652-9423-5AEFC35B3C4D}" type="presParOf" srcId="{64492073-575D-4D42-98C5-8FA4736C8699}" destId="{BD9BEEE7-C6A0-4B1C-8D0A-4736F37F8EBA}"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135698-AD38-4411-9B84-2C214C12E9AE}"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4260C53-7E5A-457B-AA82-1534E7E67439}">
      <dgm:prSet custT="1"/>
      <dgm:spPr/>
      <dgm:t>
        <a:bodyPr/>
        <a:lstStyle/>
        <a:p>
          <a:r>
            <a:rPr lang="en-US" sz="2000" dirty="0" smtClean="0">
              <a:latin typeface="Times New Roman" panose="02020603050405020304" pitchFamily="18" charset="0"/>
              <a:cs typeface="Times New Roman" panose="02020603050405020304" pitchFamily="18" charset="0"/>
            </a:rPr>
            <a:t>The view that biology is not destiny, that stratification by gender is wrong and should be resisted, and that men and women should be equal—met with strong opposition, both by men who had privilege to lose and by women who accepted their status as morally correct.</a:t>
          </a:r>
          <a:endParaRPr lang="en-US" sz="2000" b="1" dirty="0" smtClean="0">
            <a:latin typeface="Times New Roman" panose="02020603050405020304" pitchFamily="18" charset="0"/>
            <a:cs typeface="Times New Roman" panose="02020603050405020304" pitchFamily="18" charset="0"/>
          </a:endParaRPr>
        </a:p>
      </dgm:t>
    </dgm:pt>
    <dgm:pt modelId="{B2A56A47-5FB1-41D7-86F3-86967BCA4163}" type="parTrans" cxnId="{D40FB19D-5ACB-4152-A1F8-9D1A67999DB5}">
      <dgm:prSet/>
      <dgm:spPr/>
      <dgm:t>
        <a:bodyPr/>
        <a:lstStyle/>
        <a:p>
          <a:endParaRPr lang="en-US" sz="2000"/>
        </a:p>
      </dgm:t>
    </dgm:pt>
    <dgm:pt modelId="{B526778F-3C18-4B1F-BD52-B69068EC927B}" type="sibTrans" cxnId="{D40FB19D-5ACB-4152-A1F8-9D1A67999DB5}">
      <dgm:prSet/>
      <dgm:spPr/>
      <dgm:t>
        <a:bodyPr/>
        <a:lstStyle/>
        <a:p>
          <a:endParaRPr lang="en-US" sz="2000"/>
        </a:p>
      </dgm:t>
    </dgm:pt>
    <dgm:pt modelId="{55DCFC80-EFBE-434C-9117-32392EA9E66B}" type="pres">
      <dgm:prSet presAssocID="{6E135698-AD38-4411-9B84-2C214C12E9AE}" presName="vert0" presStyleCnt="0">
        <dgm:presLayoutVars>
          <dgm:dir/>
          <dgm:animOne val="branch"/>
          <dgm:animLvl val="lvl"/>
        </dgm:presLayoutVars>
      </dgm:prSet>
      <dgm:spPr/>
      <dgm:t>
        <a:bodyPr/>
        <a:lstStyle/>
        <a:p>
          <a:endParaRPr lang="en-US"/>
        </a:p>
      </dgm:t>
    </dgm:pt>
    <dgm:pt modelId="{F54687E8-D266-41AA-B5C2-6213F6CB2364}" type="pres">
      <dgm:prSet presAssocID="{C4260C53-7E5A-457B-AA82-1534E7E67439}" presName="thickLine" presStyleLbl="alignNode1" presStyleIdx="0" presStyleCnt="1"/>
      <dgm:spPr/>
      <dgm:t>
        <a:bodyPr/>
        <a:lstStyle/>
        <a:p>
          <a:endParaRPr lang="en-US"/>
        </a:p>
      </dgm:t>
    </dgm:pt>
    <dgm:pt modelId="{0A93DE0B-BA7C-4DA4-AA9C-C7FA4CE3925D}" type="pres">
      <dgm:prSet presAssocID="{C4260C53-7E5A-457B-AA82-1534E7E67439}" presName="horz1" presStyleCnt="0"/>
      <dgm:spPr/>
      <dgm:t>
        <a:bodyPr/>
        <a:lstStyle/>
        <a:p>
          <a:endParaRPr lang="en-US"/>
        </a:p>
      </dgm:t>
    </dgm:pt>
    <dgm:pt modelId="{940B6921-A68D-4581-B807-F7404E382550}" type="pres">
      <dgm:prSet presAssocID="{C4260C53-7E5A-457B-AA82-1534E7E67439}" presName="tx1" presStyleLbl="revTx" presStyleIdx="0" presStyleCnt="1" custScaleY="141211"/>
      <dgm:spPr/>
      <dgm:t>
        <a:bodyPr/>
        <a:lstStyle/>
        <a:p>
          <a:endParaRPr lang="en-US"/>
        </a:p>
      </dgm:t>
    </dgm:pt>
    <dgm:pt modelId="{90EADD39-D9C3-4E74-A5E0-19DBFEAAE31D}" type="pres">
      <dgm:prSet presAssocID="{C4260C53-7E5A-457B-AA82-1534E7E67439}" presName="vert1" presStyleCnt="0"/>
      <dgm:spPr/>
      <dgm:t>
        <a:bodyPr/>
        <a:lstStyle/>
        <a:p>
          <a:endParaRPr lang="en-US"/>
        </a:p>
      </dgm:t>
    </dgm:pt>
  </dgm:ptLst>
  <dgm:cxnLst>
    <dgm:cxn modelId="{D40FB19D-5ACB-4152-A1F8-9D1A67999DB5}" srcId="{6E135698-AD38-4411-9B84-2C214C12E9AE}" destId="{C4260C53-7E5A-457B-AA82-1534E7E67439}" srcOrd="0" destOrd="0" parTransId="{B2A56A47-5FB1-41D7-86F3-86967BCA4163}" sibTransId="{B526778F-3C18-4B1F-BD52-B69068EC927B}"/>
    <dgm:cxn modelId="{BE539FBB-FA57-46F7-B558-E1DBEE462252}" type="presOf" srcId="{C4260C53-7E5A-457B-AA82-1534E7E67439}" destId="{940B6921-A68D-4581-B807-F7404E382550}" srcOrd="0" destOrd="0" presId="urn:microsoft.com/office/officeart/2008/layout/LinedList"/>
    <dgm:cxn modelId="{C2ED5130-238D-47E4-B7D6-69F2D78BF78C}" type="presOf" srcId="{6E135698-AD38-4411-9B84-2C214C12E9AE}" destId="{55DCFC80-EFBE-434C-9117-32392EA9E66B}" srcOrd="0" destOrd="0" presId="urn:microsoft.com/office/officeart/2008/layout/LinedList"/>
    <dgm:cxn modelId="{F0023755-1249-4543-913E-A8B890E4C6B3}" type="presParOf" srcId="{55DCFC80-EFBE-434C-9117-32392EA9E66B}" destId="{F54687E8-D266-41AA-B5C2-6213F6CB2364}" srcOrd="0" destOrd="0" presId="urn:microsoft.com/office/officeart/2008/layout/LinedList"/>
    <dgm:cxn modelId="{C088B7EC-4F79-49CC-A0F8-8318D4BEB16F}" type="presParOf" srcId="{55DCFC80-EFBE-434C-9117-32392EA9E66B}" destId="{0A93DE0B-BA7C-4DA4-AA9C-C7FA4CE3925D}" srcOrd="1" destOrd="0" presId="urn:microsoft.com/office/officeart/2008/layout/LinedList"/>
    <dgm:cxn modelId="{7C173572-37AB-4AEB-8E35-8E31E56B8A39}" type="presParOf" srcId="{0A93DE0B-BA7C-4DA4-AA9C-C7FA4CE3925D}" destId="{940B6921-A68D-4581-B807-F7404E382550}" srcOrd="0" destOrd="0" presId="urn:microsoft.com/office/officeart/2008/layout/LinedList"/>
    <dgm:cxn modelId="{ACF39881-C80D-466F-99F2-356AFD0CEBA7}" type="presParOf" srcId="{0A93DE0B-BA7C-4DA4-AA9C-C7FA4CE3925D}" destId="{90EADD39-D9C3-4E74-A5E0-19DBFEAAE31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4A857C-4519-4606-82ED-E485058B4AA6}"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en-US"/>
        </a:p>
      </dgm:t>
    </dgm:pt>
    <dgm:pt modelId="{501F06EF-D75D-4C71-9338-25CEA7F14E67}">
      <dgm:prSet phldrT="[Text]"/>
      <dgm:spPr>
        <a:solidFill>
          <a:srgbClr val="BC1041"/>
        </a:solidFill>
      </dgm:spPr>
      <dgm:t>
        <a:bodyPr/>
        <a:lstStyle/>
        <a:p>
          <a:pPr algn="ctr"/>
          <a:r>
            <a:rPr lang="en-US" b="1" cap="none" spc="0" dirty="0" smtClean="0">
              <a:solidFill>
                <a:schemeClr val="bg1"/>
              </a:solidFill>
              <a:latin typeface="Times New Roman" panose="02020603050405020304" pitchFamily="18" charset="0"/>
              <a:cs typeface="Times New Roman" panose="02020603050405020304" pitchFamily="18" charset="0"/>
            </a:rPr>
            <a:t>4. Feminist Perspective</a:t>
          </a:r>
          <a:endParaRPr lang="en-US" b="1" dirty="0">
            <a:solidFill>
              <a:schemeClr val="bg1"/>
            </a:solidFill>
          </a:endParaRPr>
        </a:p>
      </dgm:t>
    </dgm:pt>
    <dgm:pt modelId="{455132FF-96F1-47E9-9D03-D7B6FE3EB86B}" type="parTrans" cxnId="{3CC126AB-5CC1-4DE5-9D2C-0EE7BF46C513}">
      <dgm:prSet/>
      <dgm:spPr/>
      <dgm:t>
        <a:bodyPr/>
        <a:lstStyle/>
        <a:p>
          <a:endParaRPr lang="en-US"/>
        </a:p>
      </dgm:t>
    </dgm:pt>
    <dgm:pt modelId="{A5F97729-B9B1-43A3-8AFB-6096953B7F4E}" type="sibTrans" cxnId="{3CC126AB-5CC1-4DE5-9D2C-0EE7BF46C513}">
      <dgm:prSet/>
      <dgm:spPr/>
      <dgm:t>
        <a:bodyPr/>
        <a:lstStyle/>
        <a:p>
          <a:endParaRPr lang="en-US"/>
        </a:p>
      </dgm:t>
    </dgm:pt>
    <dgm:pt modelId="{02C7576B-478D-46EF-9492-5C369C283D54}" type="pres">
      <dgm:prSet presAssocID="{0A4A857C-4519-4606-82ED-E485058B4AA6}" presName="linear" presStyleCnt="0">
        <dgm:presLayoutVars>
          <dgm:animLvl val="lvl"/>
          <dgm:resizeHandles val="exact"/>
        </dgm:presLayoutVars>
      </dgm:prSet>
      <dgm:spPr/>
      <dgm:t>
        <a:bodyPr/>
        <a:lstStyle/>
        <a:p>
          <a:endParaRPr lang="en-US"/>
        </a:p>
      </dgm:t>
    </dgm:pt>
    <dgm:pt modelId="{672F99DC-F390-4E56-849B-913635905D66}" type="pres">
      <dgm:prSet presAssocID="{501F06EF-D75D-4C71-9338-25CEA7F14E67}" presName="parentText" presStyleLbl="node1" presStyleIdx="0" presStyleCnt="1">
        <dgm:presLayoutVars>
          <dgm:chMax val="0"/>
          <dgm:bulletEnabled val="1"/>
        </dgm:presLayoutVars>
      </dgm:prSet>
      <dgm:spPr/>
      <dgm:t>
        <a:bodyPr/>
        <a:lstStyle/>
        <a:p>
          <a:endParaRPr lang="en-US"/>
        </a:p>
      </dgm:t>
    </dgm:pt>
  </dgm:ptLst>
  <dgm:cxnLst>
    <dgm:cxn modelId="{E6BFB52C-A629-42FC-BF5F-6514559B7F71}" type="presOf" srcId="{0A4A857C-4519-4606-82ED-E485058B4AA6}" destId="{02C7576B-478D-46EF-9492-5C369C283D54}" srcOrd="0" destOrd="0" presId="urn:microsoft.com/office/officeart/2005/8/layout/vList2"/>
    <dgm:cxn modelId="{D2698EC1-1982-4D66-9312-6154474B882F}" type="presOf" srcId="{501F06EF-D75D-4C71-9338-25CEA7F14E67}" destId="{672F99DC-F390-4E56-849B-913635905D66}" srcOrd="0" destOrd="0" presId="urn:microsoft.com/office/officeart/2005/8/layout/vList2"/>
    <dgm:cxn modelId="{3CC126AB-5CC1-4DE5-9D2C-0EE7BF46C513}" srcId="{0A4A857C-4519-4606-82ED-E485058B4AA6}" destId="{501F06EF-D75D-4C71-9338-25CEA7F14E67}" srcOrd="0" destOrd="0" parTransId="{455132FF-96F1-47E9-9D03-D7B6FE3EB86B}" sibTransId="{A5F97729-B9B1-43A3-8AFB-6096953B7F4E}"/>
    <dgm:cxn modelId="{702987FC-1453-42F4-B5EE-9628606B4AFE}" type="presParOf" srcId="{02C7576B-478D-46EF-9492-5C369C283D54}" destId="{672F99DC-F390-4E56-849B-913635905D66}"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2FC8A9-B231-416B-A53B-6DD3B1639B15}"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71FCC8AE-5C48-4D85-B343-6CF39263C007}">
      <dgm:prSet custT="1"/>
      <dgm:spPr/>
      <dgm:t>
        <a:bodyPr/>
        <a:lstStyle/>
        <a:p>
          <a:r>
            <a:rPr lang="en-US" sz="2000" dirty="0" smtClean="0">
              <a:latin typeface="Times New Roman" panose="02020603050405020304" pitchFamily="18" charset="0"/>
              <a:cs typeface="Times New Roman" panose="02020603050405020304" pitchFamily="18" charset="0"/>
            </a:rPr>
            <a:t>It works for equality, not for female’s superiority.</a:t>
          </a:r>
          <a:endParaRPr lang="en-US" sz="2000" dirty="0"/>
        </a:p>
      </dgm:t>
    </dgm:pt>
    <dgm:pt modelId="{65B7E34C-300B-4E69-BB28-E7642415A220}" type="parTrans" cxnId="{477EB02E-EE83-430C-BAE2-8CC704A97BE0}">
      <dgm:prSet/>
      <dgm:spPr/>
      <dgm:t>
        <a:bodyPr/>
        <a:lstStyle/>
        <a:p>
          <a:endParaRPr lang="en-US" sz="1400"/>
        </a:p>
      </dgm:t>
    </dgm:pt>
    <dgm:pt modelId="{3BF12D94-A53C-4555-ACA5-5EE23E3FFAFB}" type="sibTrans" cxnId="{477EB02E-EE83-430C-BAE2-8CC704A97BE0}">
      <dgm:prSet/>
      <dgm:spPr/>
      <dgm:t>
        <a:bodyPr/>
        <a:lstStyle/>
        <a:p>
          <a:endParaRPr lang="en-US" sz="1400"/>
        </a:p>
      </dgm:t>
    </dgm:pt>
    <dgm:pt modelId="{F6234E9B-098E-43F2-A3EA-F47B2AAD52B0}">
      <dgm:prSet custT="1"/>
      <dgm:spPr/>
      <dgm:t>
        <a:bodyPr/>
        <a:lstStyle/>
        <a:p>
          <a:r>
            <a:rPr lang="en-US" sz="2000" dirty="0" smtClean="0">
              <a:latin typeface="Times New Roman" panose="02020603050405020304" pitchFamily="18" charset="0"/>
              <a:cs typeface="Times New Roman" panose="02020603050405020304" pitchFamily="18" charset="0"/>
            </a:rPr>
            <a:t>It focuses on social, economical, political rights of females.</a:t>
          </a:r>
        </a:p>
      </dgm:t>
    </dgm:pt>
    <dgm:pt modelId="{068B6E41-6C0A-42F3-BD02-9124EA733124}" type="parTrans" cxnId="{B858CFE8-E2D8-45C3-9F67-5A89AD63D0BC}">
      <dgm:prSet/>
      <dgm:spPr/>
      <dgm:t>
        <a:bodyPr/>
        <a:lstStyle/>
        <a:p>
          <a:endParaRPr lang="en-US" sz="1400"/>
        </a:p>
      </dgm:t>
    </dgm:pt>
    <dgm:pt modelId="{4001FE9B-0B97-4B63-BB4A-9487A937AC68}" type="sibTrans" cxnId="{B858CFE8-E2D8-45C3-9F67-5A89AD63D0BC}">
      <dgm:prSet/>
      <dgm:spPr/>
      <dgm:t>
        <a:bodyPr/>
        <a:lstStyle/>
        <a:p>
          <a:endParaRPr lang="en-US" sz="1400"/>
        </a:p>
      </dgm:t>
    </dgm:pt>
    <dgm:pt modelId="{FFC16B7D-7554-42F6-9FCE-6E753A4D60B1}" type="pres">
      <dgm:prSet presAssocID="{172FC8A9-B231-416B-A53B-6DD3B1639B15}" presName="vert0" presStyleCnt="0">
        <dgm:presLayoutVars>
          <dgm:dir/>
          <dgm:animOne val="branch"/>
          <dgm:animLvl val="lvl"/>
        </dgm:presLayoutVars>
      </dgm:prSet>
      <dgm:spPr/>
      <dgm:t>
        <a:bodyPr/>
        <a:lstStyle/>
        <a:p>
          <a:endParaRPr lang="en-US"/>
        </a:p>
      </dgm:t>
    </dgm:pt>
    <dgm:pt modelId="{6C76168B-B415-4A28-9C3F-B705FF922B57}" type="pres">
      <dgm:prSet presAssocID="{71FCC8AE-5C48-4D85-B343-6CF39263C007}" presName="thickLine" presStyleLbl="alignNode1" presStyleIdx="0" presStyleCnt="2"/>
      <dgm:spPr/>
      <dgm:t>
        <a:bodyPr/>
        <a:lstStyle/>
        <a:p>
          <a:endParaRPr lang="en-US"/>
        </a:p>
      </dgm:t>
    </dgm:pt>
    <dgm:pt modelId="{01F7149E-B979-47DA-8080-B2A21B289491}" type="pres">
      <dgm:prSet presAssocID="{71FCC8AE-5C48-4D85-B343-6CF39263C007}" presName="horz1" presStyleCnt="0"/>
      <dgm:spPr/>
      <dgm:t>
        <a:bodyPr/>
        <a:lstStyle/>
        <a:p>
          <a:endParaRPr lang="en-US"/>
        </a:p>
      </dgm:t>
    </dgm:pt>
    <dgm:pt modelId="{47A9BAB7-B170-4ED1-9D67-1113B48352BF}" type="pres">
      <dgm:prSet presAssocID="{71FCC8AE-5C48-4D85-B343-6CF39263C007}" presName="tx1" presStyleLbl="revTx" presStyleIdx="0" presStyleCnt="2"/>
      <dgm:spPr/>
      <dgm:t>
        <a:bodyPr/>
        <a:lstStyle/>
        <a:p>
          <a:endParaRPr lang="en-US"/>
        </a:p>
      </dgm:t>
    </dgm:pt>
    <dgm:pt modelId="{38D71C7A-EB82-459F-BF47-4F0F7128C812}" type="pres">
      <dgm:prSet presAssocID="{71FCC8AE-5C48-4D85-B343-6CF39263C007}" presName="vert1" presStyleCnt="0"/>
      <dgm:spPr/>
      <dgm:t>
        <a:bodyPr/>
        <a:lstStyle/>
        <a:p>
          <a:endParaRPr lang="en-US"/>
        </a:p>
      </dgm:t>
    </dgm:pt>
    <dgm:pt modelId="{36BB3897-C524-4ABC-A733-6440F5A940A5}" type="pres">
      <dgm:prSet presAssocID="{F6234E9B-098E-43F2-A3EA-F47B2AAD52B0}" presName="thickLine" presStyleLbl="alignNode1" presStyleIdx="1" presStyleCnt="2"/>
      <dgm:spPr/>
      <dgm:t>
        <a:bodyPr/>
        <a:lstStyle/>
        <a:p>
          <a:endParaRPr lang="en-US"/>
        </a:p>
      </dgm:t>
    </dgm:pt>
    <dgm:pt modelId="{804875DA-9226-42FA-A1A2-05EBD73F6CD3}" type="pres">
      <dgm:prSet presAssocID="{F6234E9B-098E-43F2-A3EA-F47B2AAD52B0}" presName="horz1" presStyleCnt="0"/>
      <dgm:spPr/>
      <dgm:t>
        <a:bodyPr/>
        <a:lstStyle/>
        <a:p>
          <a:endParaRPr lang="en-US"/>
        </a:p>
      </dgm:t>
    </dgm:pt>
    <dgm:pt modelId="{A267809F-FFF2-47AA-80FA-E568EB7207D4}" type="pres">
      <dgm:prSet presAssocID="{F6234E9B-098E-43F2-A3EA-F47B2AAD52B0}" presName="tx1" presStyleLbl="revTx" presStyleIdx="1" presStyleCnt="2"/>
      <dgm:spPr/>
      <dgm:t>
        <a:bodyPr/>
        <a:lstStyle/>
        <a:p>
          <a:endParaRPr lang="en-US"/>
        </a:p>
      </dgm:t>
    </dgm:pt>
    <dgm:pt modelId="{3037632F-876F-4EBE-A47F-03B424F3B259}" type="pres">
      <dgm:prSet presAssocID="{F6234E9B-098E-43F2-A3EA-F47B2AAD52B0}" presName="vert1" presStyleCnt="0"/>
      <dgm:spPr/>
      <dgm:t>
        <a:bodyPr/>
        <a:lstStyle/>
        <a:p>
          <a:endParaRPr lang="en-US"/>
        </a:p>
      </dgm:t>
    </dgm:pt>
  </dgm:ptLst>
  <dgm:cxnLst>
    <dgm:cxn modelId="{A8B622EB-D5E7-4293-B270-66D04DC9DC34}" type="presOf" srcId="{71FCC8AE-5C48-4D85-B343-6CF39263C007}" destId="{47A9BAB7-B170-4ED1-9D67-1113B48352BF}" srcOrd="0" destOrd="0" presId="urn:microsoft.com/office/officeart/2008/layout/LinedList"/>
    <dgm:cxn modelId="{B858CFE8-E2D8-45C3-9F67-5A89AD63D0BC}" srcId="{172FC8A9-B231-416B-A53B-6DD3B1639B15}" destId="{F6234E9B-098E-43F2-A3EA-F47B2AAD52B0}" srcOrd="1" destOrd="0" parTransId="{068B6E41-6C0A-42F3-BD02-9124EA733124}" sibTransId="{4001FE9B-0B97-4B63-BB4A-9487A937AC68}"/>
    <dgm:cxn modelId="{30978261-85B1-4AFE-9713-6FC21753FD40}" type="presOf" srcId="{172FC8A9-B231-416B-A53B-6DD3B1639B15}" destId="{FFC16B7D-7554-42F6-9FCE-6E753A4D60B1}" srcOrd="0" destOrd="0" presId="urn:microsoft.com/office/officeart/2008/layout/LinedList"/>
    <dgm:cxn modelId="{50222567-AC8D-4D95-9B44-BF445B2D8281}" type="presOf" srcId="{F6234E9B-098E-43F2-A3EA-F47B2AAD52B0}" destId="{A267809F-FFF2-47AA-80FA-E568EB7207D4}" srcOrd="0" destOrd="0" presId="urn:microsoft.com/office/officeart/2008/layout/LinedList"/>
    <dgm:cxn modelId="{477EB02E-EE83-430C-BAE2-8CC704A97BE0}" srcId="{172FC8A9-B231-416B-A53B-6DD3B1639B15}" destId="{71FCC8AE-5C48-4D85-B343-6CF39263C007}" srcOrd="0" destOrd="0" parTransId="{65B7E34C-300B-4E69-BB28-E7642415A220}" sibTransId="{3BF12D94-A53C-4555-ACA5-5EE23E3FFAFB}"/>
    <dgm:cxn modelId="{B440F4B6-AD02-4974-87DA-A8061DCAADA2}" type="presParOf" srcId="{FFC16B7D-7554-42F6-9FCE-6E753A4D60B1}" destId="{6C76168B-B415-4A28-9C3F-B705FF922B57}" srcOrd="0" destOrd="0" presId="urn:microsoft.com/office/officeart/2008/layout/LinedList"/>
    <dgm:cxn modelId="{39026215-FAFC-48F3-84FD-1288B1F3EAAA}" type="presParOf" srcId="{FFC16B7D-7554-42F6-9FCE-6E753A4D60B1}" destId="{01F7149E-B979-47DA-8080-B2A21B289491}" srcOrd="1" destOrd="0" presId="urn:microsoft.com/office/officeart/2008/layout/LinedList"/>
    <dgm:cxn modelId="{1A994C7C-2DE6-43EA-BB14-A36AC86236A9}" type="presParOf" srcId="{01F7149E-B979-47DA-8080-B2A21B289491}" destId="{47A9BAB7-B170-4ED1-9D67-1113B48352BF}" srcOrd="0" destOrd="0" presId="urn:microsoft.com/office/officeart/2008/layout/LinedList"/>
    <dgm:cxn modelId="{404DDE2D-42C9-4C7D-A563-47D3A66ECD74}" type="presParOf" srcId="{01F7149E-B979-47DA-8080-B2A21B289491}" destId="{38D71C7A-EB82-459F-BF47-4F0F7128C812}" srcOrd="1" destOrd="0" presId="urn:microsoft.com/office/officeart/2008/layout/LinedList"/>
    <dgm:cxn modelId="{A1223BF9-2772-44F8-8AE8-7A02401F8F9F}" type="presParOf" srcId="{FFC16B7D-7554-42F6-9FCE-6E753A4D60B1}" destId="{36BB3897-C524-4ABC-A733-6440F5A940A5}" srcOrd="2" destOrd="0" presId="urn:microsoft.com/office/officeart/2008/layout/LinedList"/>
    <dgm:cxn modelId="{0B433F3D-FE39-4501-BB67-A41AE1ED3047}" type="presParOf" srcId="{FFC16B7D-7554-42F6-9FCE-6E753A4D60B1}" destId="{804875DA-9226-42FA-A1A2-05EBD73F6CD3}" srcOrd="3" destOrd="0" presId="urn:microsoft.com/office/officeart/2008/layout/LinedList"/>
    <dgm:cxn modelId="{000774D6-0655-4006-ADE7-5CC7876DFE94}" type="presParOf" srcId="{804875DA-9226-42FA-A1A2-05EBD73F6CD3}" destId="{A267809F-FFF2-47AA-80FA-E568EB7207D4}" srcOrd="0" destOrd="0" presId="urn:microsoft.com/office/officeart/2008/layout/LinedList"/>
    <dgm:cxn modelId="{FC718CD1-3542-43F9-A4B0-C38A248E9FE3}" type="presParOf" srcId="{804875DA-9226-42FA-A1A2-05EBD73F6CD3}" destId="{3037632F-876F-4EBE-A47F-03B424F3B259}"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FB1A3E8-381F-4977-A978-FA775284AFA3}"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A8BF0B4-0444-497E-BC8F-91E6A57CDFA4}">
      <dgm:prSet phldrT="[Text]" custT="1"/>
      <dgm:spPr/>
      <dgm:t>
        <a:bodyPr/>
        <a:lstStyle/>
        <a:p>
          <a:r>
            <a:rPr lang="en-US" sz="2000" dirty="0" smtClean="0">
              <a:latin typeface="Times New Roman" panose="02020603050405020304" pitchFamily="18" charset="0"/>
              <a:cs typeface="Times New Roman" panose="02020603050405020304" pitchFamily="18" charset="0"/>
            </a:rPr>
            <a:t>First coined in 1837 by French philosopher, Charles Fourier (as </a:t>
          </a:r>
          <a:r>
            <a:rPr lang="en-US" sz="2000" dirty="0" err="1" smtClean="0">
              <a:latin typeface="Times New Roman" panose="02020603050405020304" pitchFamily="18" charset="0"/>
              <a:cs typeface="Times New Roman" panose="02020603050405020304" pitchFamily="18" charset="0"/>
            </a:rPr>
            <a:t>féminisme</a:t>
          </a:r>
          <a:r>
            <a:rPr lang="en-US" sz="2000" dirty="0" smtClean="0">
              <a:latin typeface="Times New Roman" panose="02020603050405020304" pitchFamily="18" charset="0"/>
              <a:cs typeface="Times New Roman" panose="02020603050405020304" pitchFamily="18" charset="0"/>
            </a:rPr>
            <a:t>). Historically, women were not treated well, were treated as slaves etc. </a:t>
          </a:r>
          <a:endParaRPr lang="en-US" sz="2000" dirty="0"/>
        </a:p>
      </dgm:t>
    </dgm:pt>
    <dgm:pt modelId="{BB022D01-FF2F-465C-A3AE-04B718C486A9}" type="parTrans" cxnId="{EBE9B9FB-7C83-4609-8EA1-7ABE0C179DC6}">
      <dgm:prSet/>
      <dgm:spPr/>
      <dgm:t>
        <a:bodyPr/>
        <a:lstStyle/>
        <a:p>
          <a:endParaRPr lang="en-US" sz="2000"/>
        </a:p>
      </dgm:t>
    </dgm:pt>
    <dgm:pt modelId="{E157184C-4206-40B9-BE48-2FB880F1B8F8}" type="sibTrans" cxnId="{EBE9B9FB-7C83-4609-8EA1-7ABE0C179DC6}">
      <dgm:prSet/>
      <dgm:spPr/>
      <dgm:t>
        <a:bodyPr/>
        <a:lstStyle/>
        <a:p>
          <a:endParaRPr lang="en-US" sz="2000"/>
        </a:p>
      </dgm:t>
    </dgm:pt>
    <dgm:pt modelId="{C6B5682A-AE94-431B-A425-7BD744FD5DA0}" type="pres">
      <dgm:prSet presAssocID="{1FB1A3E8-381F-4977-A978-FA775284AFA3}" presName="vert0" presStyleCnt="0">
        <dgm:presLayoutVars>
          <dgm:dir/>
          <dgm:animOne val="branch"/>
          <dgm:animLvl val="lvl"/>
        </dgm:presLayoutVars>
      </dgm:prSet>
      <dgm:spPr/>
      <dgm:t>
        <a:bodyPr/>
        <a:lstStyle/>
        <a:p>
          <a:endParaRPr lang="en-US"/>
        </a:p>
      </dgm:t>
    </dgm:pt>
    <dgm:pt modelId="{021B0185-A341-4F38-A583-223259B85166}" type="pres">
      <dgm:prSet presAssocID="{5A8BF0B4-0444-497E-BC8F-91E6A57CDFA4}" presName="thickLine" presStyleLbl="alignNode1" presStyleIdx="0" presStyleCnt="1"/>
      <dgm:spPr/>
    </dgm:pt>
    <dgm:pt modelId="{71261A60-DDEE-4593-8678-CC7A3E2354E6}" type="pres">
      <dgm:prSet presAssocID="{5A8BF0B4-0444-497E-BC8F-91E6A57CDFA4}" presName="horz1" presStyleCnt="0"/>
      <dgm:spPr/>
    </dgm:pt>
    <dgm:pt modelId="{889E41BF-0D15-4AE6-BE0E-6D38FA43C24C}" type="pres">
      <dgm:prSet presAssocID="{5A8BF0B4-0444-497E-BC8F-91E6A57CDFA4}" presName="tx1" presStyleLbl="revTx" presStyleIdx="0" presStyleCnt="1"/>
      <dgm:spPr/>
      <dgm:t>
        <a:bodyPr/>
        <a:lstStyle/>
        <a:p>
          <a:endParaRPr lang="en-US"/>
        </a:p>
      </dgm:t>
    </dgm:pt>
    <dgm:pt modelId="{47024F33-CEE8-4E4C-BF78-763860770CCB}" type="pres">
      <dgm:prSet presAssocID="{5A8BF0B4-0444-497E-BC8F-91E6A57CDFA4}" presName="vert1" presStyleCnt="0"/>
      <dgm:spPr/>
    </dgm:pt>
  </dgm:ptLst>
  <dgm:cxnLst>
    <dgm:cxn modelId="{0E932F7C-6586-4DD8-A456-977FB0B2871F}" type="presOf" srcId="{5A8BF0B4-0444-497E-BC8F-91E6A57CDFA4}" destId="{889E41BF-0D15-4AE6-BE0E-6D38FA43C24C}" srcOrd="0" destOrd="0" presId="urn:microsoft.com/office/officeart/2008/layout/LinedList"/>
    <dgm:cxn modelId="{EBE9B9FB-7C83-4609-8EA1-7ABE0C179DC6}" srcId="{1FB1A3E8-381F-4977-A978-FA775284AFA3}" destId="{5A8BF0B4-0444-497E-BC8F-91E6A57CDFA4}" srcOrd="0" destOrd="0" parTransId="{BB022D01-FF2F-465C-A3AE-04B718C486A9}" sibTransId="{E157184C-4206-40B9-BE48-2FB880F1B8F8}"/>
    <dgm:cxn modelId="{EF9A4DC2-6E9A-469A-A18A-9B9A62DB2022}" type="presOf" srcId="{1FB1A3E8-381F-4977-A978-FA775284AFA3}" destId="{C6B5682A-AE94-431B-A425-7BD744FD5DA0}" srcOrd="0" destOrd="0" presId="urn:microsoft.com/office/officeart/2008/layout/LinedList"/>
    <dgm:cxn modelId="{82F87D28-875F-481F-AF55-7AEFDC50046F}" type="presParOf" srcId="{C6B5682A-AE94-431B-A425-7BD744FD5DA0}" destId="{021B0185-A341-4F38-A583-223259B85166}" srcOrd="0" destOrd="0" presId="urn:microsoft.com/office/officeart/2008/layout/LinedList"/>
    <dgm:cxn modelId="{2E0D3791-8E3D-4FDC-AD18-D360394184AB}" type="presParOf" srcId="{C6B5682A-AE94-431B-A425-7BD744FD5DA0}" destId="{71261A60-DDEE-4593-8678-CC7A3E2354E6}" srcOrd="1" destOrd="0" presId="urn:microsoft.com/office/officeart/2008/layout/LinedList"/>
    <dgm:cxn modelId="{2DEC693E-5B96-4608-A497-6A5CAAEBA5F4}" type="presParOf" srcId="{71261A60-DDEE-4593-8678-CC7A3E2354E6}" destId="{889E41BF-0D15-4AE6-BE0E-6D38FA43C24C}" srcOrd="0" destOrd="0" presId="urn:microsoft.com/office/officeart/2008/layout/LinedList"/>
    <dgm:cxn modelId="{57B494B4-A282-4EB2-BCF5-E581F9CFCFF2}" type="presParOf" srcId="{71261A60-DDEE-4593-8678-CC7A3E2354E6}" destId="{47024F33-CEE8-4E4C-BF78-763860770CCB}" srcOrd="1" destOrd="0" presId="urn:microsoft.com/office/officeart/2008/layout/Line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B722D4-BB5D-4135-9B5C-7ED258C5853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5ABC941-853A-4090-B0E2-897DB7311471}">
      <dgm:prSet custT="1"/>
      <dgm:spPr/>
      <dgm:t>
        <a:bodyPr/>
        <a:lstStyle/>
        <a:p>
          <a:r>
            <a:rPr lang="en-US" sz="2000" dirty="0" smtClean="0">
              <a:latin typeface="Times New Roman" panose="02020603050405020304" pitchFamily="18" charset="0"/>
              <a:cs typeface="Times New Roman" panose="02020603050405020304" pitchFamily="18" charset="0"/>
            </a:rPr>
            <a:t>Movement of women -The philosophy that men and women should be </a:t>
          </a:r>
          <a:r>
            <a:rPr lang="en-US" sz="2000" b="1" dirty="0" smtClean="0">
              <a:latin typeface="Times New Roman" panose="02020603050405020304" pitchFamily="18" charset="0"/>
              <a:cs typeface="Times New Roman" panose="02020603050405020304" pitchFamily="18" charset="0"/>
            </a:rPr>
            <a:t>politically, economically, and socially equal; organized activities on behalf of this principle.</a:t>
          </a:r>
          <a:endParaRPr lang="en-US" sz="2000" dirty="0"/>
        </a:p>
      </dgm:t>
    </dgm:pt>
    <dgm:pt modelId="{33AF4FA8-F80C-44D5-915E-AA54AB8989EE}" type="parTrans" cxnId="{4ACB01DD-5E0E-4F23-BA6F-1715B882AC52}">
      <dgm:prSet/>
      <dgm:spPr/>
      <dgm:t>
        <a:bodyPr/>
        <a:lstStyle/>
        <a:p>
          <a:endParaRPr lang="en-US" sz="2000"/>
        </a:p>
      </dgm:t>
    </dgm:pt>
    <dgm:pt modelId="{4C1A1703-B3DA-491B-B4FD-19715196CD1E}" type="sibTrans" cxnId="{4ACB01DD-5E0E-4F23-BA6F-1715B882AC52}">
      <dgm:prSet/>
      <dgm:spPr/>
      <dgm:t>
        <a:bodyPr/>
        <a:lstStyle/>
        <a:p>
          <a:endParaRPr lang="en-US" sz="2000"/>
        </a:p>
      </dgm:t>
    </dgm:pt>
    <dgm:pt modelId="{0009C829-6174-4FFA-9296-F7350BA2B924}" type="pres">
      <dgm:prSet presAssocID="{4BB722D4-BB5D-4135-9B5C-7ED258C58532}" presName="vert0" presStyleCnt="0">
        <dgm:presLayoutVars>
          <dgm:dir/>
          <dgm:animOne val="branch"/>
          <dgm:animLvl val="lvl"/>
        </dgm:presLayoutVars>
      </dgm:prSet>
      <dgm:spPr/>
      <dgm:t>
        <a:bodyPr/>
        <a:lstStyle/>
        <a:p>
          <a:endParaRPr lang="en-US"/>
        </a:p>
      </dgm:t>
    </dgm:pt>
    <dgm:pt modelId="{6AF229E2-4A5E-4CF4-A1D2-6935D9B7D3D9}" type="pres">
      <dgm:prSet presAssocID="{65ABC941-853A-4090-B0E2-897DB7311471}" presName="thickLine" presStyleLbl="alignNode1" presStyleIdx="0" presStyleCnt="1"/>
      <dgm:spPr/>
    </dgm:pt>
    <dgm:pt modelId="{8D874DA3-C00F-4A1B-B54F-46A54E07D2B9}" type="pres">
      <dgm:prSet presAssocID="{65ABC941-853A-4090-B0E2-897DB7311471}" presName="horz1" presStyleCnt="0"/>
      <dgm:spPr/>
    </dgm:pt>
    <dgm:pt modelId="{98240608-25D6-4EE0-B26F-8EAC5CFE386A}" type="pres">
      <dgm:prSet presAssocID="{65ABC941-853A-4090-B0E2-897DB7311471}" presName="tx1" presStyleLbl="revTx" presStyleIdx="0" presStyleCnt="1"/>
      <dgm:spPr/>
      <dgm:t>
        <a:bodyPr/>
        <a:lstStyle/>
        <a:p>
          <a:endParaRPr lang="en-US"/>
        </a:p>
      </dgm:t>
    </dgm:pt>
    <dgm:pt modelId="{5B2207AA-20D3-4F7D-A877-7AE82A24D566}" type="pres">
      <dgm:prSet presAssocID="{65ABC941-853A-4090-B0E2-897DB7311471}" presName="vert1" presStyleCnt="0"/>
      <dgm:spPr/>
    </dgm:pt>
  </dgm:ptLst>
  <dgm:cxnLst>
    <dgm:cxn modelId="{084D598C-A09D-4DC5-81C5-93AA9A591F39}" type="presOf" srcId="{65ABC941-853A-4090-B0E2-897DB7311471}" destId="{98240608-25D6-4EE0-B26F-8EAC5CFE386A}" srcOrd="0" destOrd="0" presId="urn:microsoft.com/office/officeart/2008/layout/LinedList"/>
    <dgm:cxn modelId="{C597802B-22C9-4D06-8D9E-1EC18595F051}" type="presOf" srcId="{4BB722D4-BB5D-4135-9B5C-7ED258C58532}" destId="{0009C829-6174-4FFA-9296-F7350BA2B924}" srcOrd="0" destOrd="0" presId="urn:microsoft.com/office/officeart/2008/layout/LinedList"/>
    <dgm:cxn modelId="{4ACB01DD-5E0E-4F23-BA6F-1715B882AC52}" srcId="{4BB722D4-BB5D-4135-9B5C-7ED258C58532}" destId="{65ABC941-853A-4090-B0E2-897DB7311471}" srcOrd="0" destOrd="0" parTransId="{33AF4FA8-F80C-44D5-915E-AA54AB8989EE}" sibTransId="{4C1A1703-B3DA-491B-B4FD-19715196CD1E}"/>
    <dgm:cxn modelId="{3801A7E2-CBF8-4D5D-A3C2-E601E5689657}" type="presParOf" srcId="{0009C829-6174-4FFA-9296-F7350BA2B924}" destId="{6AF229E2-4A5E-4CF4-A1D2-6935D9B7D3D9}" srcOrd="0" destOrd="0" presId="urn:microsoft.com/office/officeart/2008/layout/LinedList"/>
    <dgm:cxn modelId="{4A33298D-D4FA-4233-A185-C92B824667A6}" type="presParOf" srcId="{0009C829-6174-4FFA-9296-F7350BA2B924}" destId="{8D874DA3-C00F-4A1B-B54F-46A54E07D2B9}" srcOrd="1" destOrd="0" presId="urn:microsoft.com/office/officeart/2008/layout/LinedList"/>
    <dgm:cxn modelId="{C0CAC768-F5D4-4A3A-BE23-26B669C7CB4F}" type="presParOf" srcId="{8D874DA3-C00F-4A1B-B54F-46A54E07D2B9}" destId="{98240608-25D6-4EE0-B26F-8EAC5CFE386A}" srcOrd="0" destOrd="0" presId="urn:microsoft.com/office/officeart/2008/layout/LinedList"/>
    <dgm:cxn modelId="{B831D80E-FA0C-442D-82CA-6E41A924EA65}" type="presParOf" srcId="{8D874DA3-C00F-4A1B-B54F-46A54E07D2B9}" destId="{5B2207AA-20D3-4F7D-A877-7AE82A24D566}" srcOrd="1" destOrd="0" presId="urn:microsoft.com/office/officeart/2008/layout/LinedLis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7E54A17-4C1E-4E50-9393-47C10A5E3CE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4A9E475C-4938-439D-A901-3FC40720335C}">
      <dgm:prSet/>
      <dgm:spPr/>
      <dgm:t>
        <a:bodyPr/>
        <a:lstStyle/>
        <a:p>
          <a:r>
            <a:rPr lang="en-US" dirty="0" smtClean="0">
              <a:latin typeface="Times New Roman" panose="02020603050405020304" pitchFamily="18" charset="0"/>
              <a:cs typeface="Times New Roman" panose="02020603050405020304" pitchFamily="18" charset="0"/>
            </a:rPr>
            <a:t>The importance of gender-conflict theory lies in awareness of the many ways in which the way of life places men in positions of power over women: in the home (where men are usually considered “head of the household”), in the workplace (where men earn more income and hold most positions of power), and in the mass media (where, for instance, more men than women are hip-hop stars).</a:t>
          </a:r>
          <a:endParaRPr lang="en-US" dirty="0">
            <a:latin typeface="Times New Roman" panose="02020603050405020304" pitchFamily="18" charset="0"/>
            <a:cs typeface="Times New Roman" panose="02020603050405020304" pitchFamily="18" charset="0"/>
          </a:endParaRPr>
        </a:p>
      </dgm:t>
    </dgm:pt>
    <dgm:pt modelId="{B69B69FE-5F8A-48C6-B84E-10BE5535D4D6}" type="parTrans" cxnId="{5137E13C-E444-464A-98DB-03B2FB064FA8}">
      <dgm:prSet/>
      <dgm:spPr/>
      <dgm:t>
        <a:bodyPr/>
        <a:lstStyle/>
        <a:p>
          <a:endParaRPr lang="en-US">
            <a:latin typeface="Times New Roman" panose="02020603050405020304" pitchFamily="18" charset="0"/>
            <a:cs typeface="Times New Roman" panose="02020603050405020304" pitchFamily="18" charset="0"/>
          </a:endParaRPr>
        </a:p>
      </dgm:t>
    </dgm:pt>
    <dgm:pt modelId="{151F2C77-7F10-42BA-9518-1B211E0872AD}" type="sibTrans" cxnId="{5137E13C-E444-464A-98DB-03B2FB064FA8}">
      <dgm:prSet/>
      <dgm:spPr/>
      <dgm:t>
        <a:bodyPr/>
        <a:lstStyle/>
        <a:p>
          <a:endParaRPr lang="en-US">
            <a:latin typeface="Times New Roman" panose="02020603050405020304" pitchFamily="18" charset="0"/>
            <a:cs typeface="Times New Roman" panose="02020603050405020304" pitchFamily="18" charset="0"/>
          </a:endParaRPr>
        </a:p>
      </dgm:t>
    </dgm:pt>
    <dgm:pt modelId="{D877ABB8-A05A-4C58-8929-3AE3F2B39CD3}" type="pres">
      <dgm:prSet presAssocID="{C7E54A17-4C1E-4E50-9393-47C10A5E3CEA}" presName="vert0" presStyleCnt="0">
        <dgm:presLayoutVars>
          <dgm:dir/>
          <dgm:animOne val="branch"/>
          <dgm:animLvl val="lvl"/>
        </dgm:presLayoutVars>
      </dgm:prSet>
      <dgm:spPr/>
      <dgm:t>
        <a:bodyPr/>
        <a:lstStyle/>
        <a:p>
          <a:endParaRPr lang="en-US"/>
        </a:p>
      </dgm:t>
    </dgm:pt>
    <dgm:pt modelId="{19FEBFCB-A876-48DA-850C-50014EEC934B}" type="pres">
      <dgm:prSet presAssocID="{4A9E475C-4938-439D-A901-3FC40720335C}" presName="thickLine" presStyleLbl="alignNode1" presStyleIdx="0" presStyleCnt="1"/>
      <dgm:spPr/>
      <dgm:t>
        <a:bodyPr/>
        <a:lstStyle/>
        <a:p>
          <a:endParaRPr lang="en-US"/>
        </a:p>
      </dgm:t>
    </dgm:pt>
    <dgm:pt modelId="{4817A99E-FABB-4A28-886E-5C1C0CE62642}" type="pres">
      <dgm:prSet presAssocID="{4A9E475C-4938-439D-A901-3FC40720335C}" presName="horz1" presStyleCnt="0"/>
      <dgm:spPr/>
      <dgm:t>
        <a:bodyPr/>
        <a:lstStyle/>
        <a:p>
          <a:endParaRPr lang="en-US"/>
        </a:p>
      </dgm:t>
    </dgm:pt>
    <dgm:pt modelId="{461834F3-ED41-4F8E-B683-FE029CCB9990}" type="pres">
      <dgm:prSet presAssocID="{4A9E475C-4938-439D-A901-3FC40720335C}" presName="tx1" presStyleLbl="revTx" presStyleIdx="0" presStyleCnt="1"/>
      <dgm:spPr/>
      <dgm:t>
        <a:bodyPr/>
        <a:lstStyle/>
        <a:p>
          <a:endParaRPr lang="en-US"/>
        </a:p>
      </dgm:t>
    </dgm:pt>
    <dgm:pt modelId="{1E5872F7-61D5-43E9-9558-09B71DA2FAFB}" type="pres">
      <dgm:prSet presAssocID="{4A9E475C-4938-439D-A901-3FC40720335C}" presName="vert1" presStyleCnt="0"/>
      <dgm:spPr/>
      <dgm:t>
        <a:bodyPr/>
        <a:lstStyle/>
        <a:p>
          <a:endParaRPr lang="en-US"/>
        </a:p>
      </dgm:t>
    </dgm:pt>
  </dgm:ptLst>
  <dgm:cxnLst>
    <dgm:cxn modelId="{7305E83F-2B42-4CB5-8914-91EA0A345C3F}" type="presOf" srcId="{C7E54A17-4C1E-4E50-9393-47C10A5E3CEA}" destId="{D877ABB8-A05A-4C58-8929-3AE3F2B39CD3}" srcOrd="0" destOrd="0" presId="urn:microsoft.com/office/officeart/2008/layout/LinedList"/>
    <dgm:cxn modelId="{5137E13C-E444-464A-98DB-03B2FB064FA8}" srcId="{C7E54A17-4C1E-4E50-9393-47C10A5E3CEA}" destId="{4A9E475C-4938-439D-A901-3FC40720335C}" srcOrd="0" destOrd="0" parTransId="{B69B69FE-5F8A-48C6-B84E-10BE5535D4D6}" sibTransId="{151F2C77-7F10-42BA-9518-1B211E0872AD}"/>
    <dgm:cxn modelId="{DC31734A-45D6-4609-952F-D8D604B2AA4C}" type="presOf" srcId="{4A9E475C-4938-439D-A901-3FC40720335C}" destId="{461834F3-ED41-4F8E-B683-FE029CCB9990}" srcOrd="0" destOrd="0" presId="urn:microsoft.com/office/officeart/2008/layout/LinedList"/>
    <dgm:cxn modelId="{DF889F6D-0D05-45A6-B860-44AA58DB6E24}" type="presParOf" srcId="{D877ABB8-A05A-4C58-8929-3AE3F2B39CD3}" destId="{19FEBFCB-A876-48DA-850C-50014EEC934B}" srcOrd="0" destOrd="0" presId="urn:microsoft.com/office/officeart/2008/layout/LinedList"/>
    <dgm:cxn modelId="{5A9E4FEE-7FD1-4B6B-9F60-E8C239888ECC}" type="presParOf" srcId="{D877ABB8-A05A-4C58-8929-3AE3F2B39CD3}" destId="{4817A99E-FABB-4A28-886E-5C1C0CE62642}" srcOrd="1" destOrd="0" presId="urn:microsoft.com/office/officeart/2008/layout/LinedList"/>
    <dgm:cxn modelId="{630BD426-CF6A-4BC1-B5D3-6334A13F5FAF}" type="presParOf" srcId="{4817A99E-FABB-4A28-886E-5C1C0CE62642}" destId="{461834F3-ED41-4F8E-B683-FE029CCB9990}" srcOrd="0" destOrd="0" presId="urn:microsoft.com/office/officeart/2008/layout/LinedList"/>
    <dgm:cxn modelId="{B818829A-8562-4D24-B6D3-7F1506E43F65}" type="presParOf" srcId="{4817A99E-FABB-4A28-886E-5C1C0CE62642}" destId="{1E5872F7-61D5-43E9-9558-09B71DA2FAF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B4ADD87-30A2-48CA-A995-081286D07183}"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C2D65B27-8970-40AC-A6C9-7857A2BEC290}">
      <dgm:prSet phldrT="[Text]"/>
      <dgm:spPr>
        <a:solidFill>
          <a:srgbClr val="BC1041"/>
        </a:solidFill>
      </dgm:spPr>
      <dgm:t>
        <a:bodyPr/>
        <a:lstStyle/>
        <a:p>
          <a:pPr algn="ctr"/>
          <a:r>
            <a:rPr lang="en-US" b="1" dirty="0" smtClean="0">
              <a:solidFill>
                <a:schemeClr val="bg1"/>
              </a:solidFill>
              <a:latin typeface="Times New Roman" panose="02020603050405020304" pitchFamily="18" charset="0"/>
              <a:cs typeface="Times New Roman" panose="02020603050405020304" pitchFamily="18" charset="0"/>
            </a:rPr>
            <a:t>Feminism and Gender-Conflict Theory</a:t>
          </a:r>
          <a:endParaRPr lang="en-US" b="1" dirty="0">
            <a:solidFill>
              <a:schemeClr val="bg1"/>
            </a:solidFill>
            <a:latin typeface="Times New Roman" panose="02020603050405020304" pitchFamily="18" charset="0"/>
            <a:cs typeface="Times New Roman" panose="02020603050405020304" pitchFamily="18" charset="0"/>
          </a:endParaRPr>
        </a:p>
      </dgm:t>
    </dgm:pt>
    <dgm:pt modelId="{C40A09FE-4B84-4360-BA3A-54292FE87FD5}" type="parTrans" cxnId="{7DC6373E-C22F-4A97-8F7D-41293AB3889C}">
      <dgm:prSet/>
      <dgm:spPr/>
      <dgm:t>
        <a:bodyPr/>
        <a:lstStyle/>
        <a:p>
          <a:endParaRPr lang="en-US"/>
        </a:p>
      </dgm:t>
    </dgm:pt>
    <dgm:pt modelId="{18277E42-2B44-4DAC-BB56-7A16148E7620}" type="sibTrans" cxnId="{7DC6373E-C22F-4A97-8F7D-41293AB3889C}">
      <dgm:prSet/>
      <dgm:spPr/>
      <dgm:t>
        <a:bodyPr/>
        <a:lstStyle/>
        <a:p>
          <a:endParaRPr lang="en-US"/>
        </a:p>
      </dgm:t>
    </dgm:pt>
    <dgm:pt modelId="{2C39939A-2B45-4349-954B-F62649B567CA}" type="pres">
      <dgm:prSet presAssocID="{5B4ADD87-30A2-48CA-A995-081286D07183}" presName="linear" presStyleCnt="0">
        <dgm:presLayoutVars>
          <dgm:animLvl val="lvl"/>
          <dgm:resizeHandles val="exact"/>
        </dgm:presLayoutVars>
      </dgm:prSet>
      <dgm:spPr/>
      <dgm:t>
        <a:bodyPr/>
        <a:lstStyle/>
        <a:p>
          <a:endParaRPr lang="en-US"/>
        </a:p>
      </dgm:t>
    </dgm:pt>
    <dgm:pt modelId="{5BE6FACA-AA39-439C-8184-399D6169E5CE}" type="pres">
      <dgm:prSet presAssocID="{C2D65B27-8970-40AC-A6C9-7857A2BEC290}" presName="parentText" presStyleLbl="node1" presStyleIdx="0" presStyleCnt="1">
        <dgm:presLayoutVars>
          <dgm:chMax val="0"/>
          <dgm:bulletEnabled val="1"/>
        </dgm:presLayoutVars>
      </dgm:prSet>
      <dgm:spPr/>
      <dgm:t>
        <a:bodyPr/>
        <a:lstStyle/>
        <a:p>
          <a:endParaRPr lang="en-US"/>
        </a:p>
      </dgm:t>
    </dgm:pt>
  </dgm:ptLst>
  <dgm:cxnLst>
    <dgm:cxn modelId="{36566692-2A3D-4C39-8C3C-9122CFE601FD}" type="presOf" srcId="{5B4ADD87-30A2-48CA-A995-081286D07183}" destId="{2C39939A-2B45-4349-954B-F62649B567CA}" srcOrd="0" destOrd="0" presId="urn:microsoft.com/office/officeart/2005/8/layout/vList2"/>
    <dgm:cxn modelId="{ADC53707-68A7-4524-82B8-1E43597ECA23}" type="presOf" srcId="{C2D65B27-8970-40AC-A6C9-7857A2BEC290}" destId="{5BE6FACA-AA39-439C-8184-399D6169E5CE}" srcOrd="0" destOrd="0" presId="urn:microsoft.com/office/officeart/2005/8/layout/vList2"/>
    <dgm:cxn modelId="{7DC6373E-C22F-4A97-8F7D-41293AB3889C}" srcId="{5B4ADD87-30A2-48CA-A995-081286D07183}" destId="{C2D65B27-8970-40AC-A6C9-7857A2BEC290}" srcOrd="0" destOrd="0" parTransId="{C40A09FE-4B84-4360-BA3A-54292FE87FD5}" sibTransId="{18277E42-2B44-4DAC-BB56-7A16148E7620}"/>
    <dgm:cxn modelId="{C479227C-86F9-4590-A750-A2895CF24EB1}" type="presParOf" srcId="{2C39939A-2B45-4349-954B-F62649B567CA}" destId="{5BE6FACA-AA39-439C-8184-399D6169E5CE}"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647F38D-037D-4274-9958-28E6BEA81BE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FF0CC29-A2FB-4678-AD19-CC5DD6C6E49A}">
      <dgm:prSet custT="1"/>
      <dgm:spPr/>
      <dgm:t>
        <a:bodyPr/>
        <a:lstStyle/>
        <a:p>
          <a:r>
            <a:rPr lang="en-US" sz="2000" dirty="0" smtClean="0">
              <a:latin typeface="Times New Roman" panose="02020603050405020304" pitchFamily="18" charset="0"/>
              <a:cs typeface="Times New Roman" panose="02020603050405020304" pitchFamily="18" charset="0"/>
            </a:rPr>
            <a:t>One important social-conflict theory is gender-conflict theory (or feminist theory), the study of society that </a:t>
          </a:r>
          <a:r>
            <a:rPr lang="en-US" sz="2000" b="1" dirty="0" smtClean="0">
              <a:latin typeface="Times New Roman" panose="02020603050405020304" pitchFamily="18" charset="0"/>
              <a:cs typeface="Times New Roman" panose="02020603050405020304" pitchFamily="18" charset="0"/>
            </a:rPr>
            <a:t>focuses on inequality and conflict between women and men. </a:t>
          </a:r>
          <a:endParaRPr lang="en-US" sz="2000" b="1" dirty="0"/>
        </a:p>
      </dgm:t>
    </dgm:pt>
    <dgm:pt modelId="{B856655F-F36E-4077-BBF3-94BE88D85DA7}" type="parTrans" cxnId="{1B8A9A19-AF57-4046-A658-0064A74D3548}">
      <dgm:prSet/>
      <dgm:spPr/>
      <dgm:t>
        <a:bodyPr/>
        <a:lstStyle/>
        <a:p>
          <a:endParaRPr lang="en-US" sz="2000"/>
        </a:p>
      </dgm:t>
    </dgm:pt>
    <dgm:pt modelId="{6A583D89-6696-4526-8463-BA8822BCD101}" type="sibTrans" cxnId="{1B8A9A19-AF57-4046-A658-0064A74D3548}">
      <dgm:prSet/>
      <dgm:spPr/>
      <dgm:t>
        <a:bodyPr/>
        <a:lstStyle/>
        <a:p>
          <a:endParaRPr lang="en-US" sz="2000"/>
        </a:p>
      </dgm:t>
    </dgm:pt>
    <dgm:pt modelId="{EE7977FE-7018-481F-8C46-012564C5903B}">
      <dgm:prSet custT="1"/>
      <dgm:spPr/>
      <dgm:t>
        <a:bodyPr/>
        <a:lstStyle/>
        <a:p>
          <a:r>
            <a:rPr lang="en-US" sz="2000" dirty="0" smtClean="0">
              <a:latin typeface="Times New Roman" panose="02020603050405020304" pitchFamily="18" charset="0"/>
              <a:cs typeface="Times New Roman" panose="02020603050405020304" pitchFamily="18" charset="0"/>
            </a:rPr>
            <a:t>The gender-conflict approach is closely linked to feminism, support of social equality for women and men.</a:t>
          </a:r>
          <a:endParaRPr lang="en-US" sz="2000" dirty="0"/>
        </a:p>
      </dgm:t>
    </dgm:pt>
    <dgm:pt modelId="{4A3F64D2-2BF5-4743-B6CA-41F75BB1591E}" type="parTrans" cxnId="{DA7095DA-5531-49FD-8EC5-EAC8ADCB880F}">
      <dgm:prSet/>
      <dgm:spPr/>
      <dgm:t>
        <a:bodyPr/>
        <a:lstStyle/>
        <a:p>
          <a:endParaRPr lang="en-US" sz="2000"/>
        </a:p>
      </dgm:t>
    </dgm:pt>
    <dgm:pt modelId="{400E2F19-BF91-4E2C-8285-C31DAEBFD114}" type="sibTrans" cxnId="{DA7095DA-5531-49FD-8EC5-EAC8ADCB880F}">
      <dgm:prSet/>
      <dgm:spPr/>
      <dgm:t>
        <a:bodyPr/>
        <a:lstStyle/>
        <a:p>
          <a:endParaRPr lang="en-US" sz="2000"/>
        </a:p>
      </dgm:t>
    </dgm:pt>
    <dgm:pt modelId="{11C63E32-8AF4-4868-ABEA-47C2DB5AEE49}" type="pres">
      <dgm:prSet presAssocID="{5647F38D-037D-4274-9958-28E6BEA81BEE}" presName="vert0" presStyleCnt="0">
        <dgm:presLayoutVars>
          <dgm:dir/>
          <dgm:animOne val="branch"/>
          <dgm:animLvl val="lvl"/>
        </dgm:presLayoutVars>
      </dgm:prSet>
      <dgm:spPr/>
      <dgm:t>
        <a:bodyPr/>
        <a:lstStyle/>
        <a:p>
          <a:endParaRPr lang="en-US"/>
        </a:p>
      </dgm:t>
    </dgm:pt>
    <dgm:pt modelId="{EFB0E9A9-50EF-4A0A-9B16-EFD729771DE9}" type="pres">
      <dgm:prSet presAssocID="{4FF0CC29-A2FB-4678-AD19-CC5DD6C6E49A}" presName="thickLine" presStyleLbl="alignNode1" presStyleIdx="0" presStyleCnt="2"/>
      <dgm:spPr/>
    </dgm:pt>
    <dgm:pt modelId="{5C46EA44-D6BF-4A3B-96A4-2D46F7741641}" type="pres">
      <dgm:prSet presAssocID="{4FF0CC29-A2FB-4678-AD19-CC5DD6C6E49A}" presName="horz1" presStyleCnt="0"/>
      <dgm:spPr/>
    </dgm:pt>
    <dgm:pt modelId="{1B267E64-356F-4784-B0E0-7BB395236314}" type="pres">
      <dgm:prSet presAssocID="{4FF0CC29-A2FB-4678-AD19-CC5DD6C6E49A}" presName="tx1" presStyleLbl="revTx" presStyleIdx="0" presStyleCnt="2"/>
      <dgm:spPr/>
      <dgm:t>
        <a:bodyPr/>
        <a:lstStyle/>
        <a:p>
          <a:endParaRPr lang="en-US"/>
        </a:p>
      </dgm:t>
    </dgm:pt>
    <dgm:pt modelId="{EFE1A89D-C81A-4F70-B012-F2A971FA4A69}" type="pres">
      <dgm:prSet presAssocID="{4FF0CC29-A2FB-4678-AD19-CC5DD6C6E49A}" presName="vert1" presStyleCnt="0"/>
      <dgm:spPr/>
    </dgm:pt>
    <dgm:pt modelId="{E7F10AF1-7A63-4F1B-A168-DE9DA623F72F}" type="pres">
      <dgm:prSet presAssocID="{EE7977FE-7018-481F-8C46-012564C5903B}" presName="thickLine" presStyleLbl="alignNode1" presStyleIdx="1" presStyleCnt="2"/>
      <dgm:spPr/>
    </dgm:pt>
    <dgm:pt modelId="{044D517D-A9E4-4A42-825B-7B830ED043D1}" type="pres">
      <dgm:prSet presAssocID="{EE7977FE-7018-481F-8C46-012564C5903B}" presName="horz1" presStyleCnt="0"/>
      <dgm:spPr/>
    </dgm:pt>
    <dgm:pt modelId="{4A8C75D7-CC56-452A-B1A3-B0FB34D0D744}" type="pres">
      <dgm:prSet presAssocID="{EE7977FE-7018-481F-8C46-012564C5903B}" presName="tx1" presStyleLbl="revTx" presStyleIdx="1" presStyleCnt="2"/>
      <dgm:spPr/>
      <dgm:t>
        <a:bodyPr/>
        <a:lstStyle/>
        <a:p>
          <a:endParaRPr lang="en-US"/>
        </a:p>
      </dgm:t>
    </dgm:pt>
    <dgm:pt modelId="{22F5F46F-F4D5-4EB8-92C7-EAE6ACC64AE4}" type="pres">
      <dgm:prSet presAssocID="{EE7977FE-7018-481F-8C46-012564C5903B}" presName="vert1" presStyleCnt="0"/>
      <dgm:spPr/>
    </dgm:pt>
  </dgm:ptLst>
  <dgm:cxnLst>
    <dgm:cxn modelId="{ACDCEF39-4045-45C2-9D07-2B2A4996BF96}" type="presOf" srcId="{EE7977FE-7018-481F-8C46-012564C5903B}" destId="{4A8C75D7-CC56-452A-B1A3-B0FB34D0D744}" srcOrd="0" destOrd="0" presId="urn:microsoft.com/office/officeart/2008/layout/LinedList"/>
    <dgm:cxn modelId="{BBD2CA07-DFBC-459C-AB1C-581B55A94F23}" type="presOf" srcId="{4FF0CC29-A2FB-4678-AD19-CC5DD6C6E49A}" destId="{1B267E64-356F-4784-B0E0-7BB395236314}" srcOrd="0" destOrd="0" presId="urn:microsoft.com/office/officeart/2008/layout/LinedList"/>
    <dgm:cxn modelId="{2B32578B-9601-442A-83A2-4009810C16C7}" type="presOf" srcId="{5647F38D-037D-4274-9958-28E6BEA81BEE}" destId="{11C63E32-8AF4-4868-ABEA-47C2DB5AEE49}" srcOrd="0" destOrd="0" presId="urn:microsoft.com/office/officeart/2008/layout/LinedList"/>
    <dgm:cxn modelId="{DA7095DA-5531-49FD-8EC5-EAC8ADCB880F}" srcId="{5647F38D-037D-4274-9958-28E6BEA81BEE}" destId="{EE7977FE-7018-481F-8C46-012564C5903B}" srcOrd="1" destOrd="0" parTransId="{4A3F64D2-2BF5-4743-B6CA-41F75BB1591E}" sibTransId="{400E2F19-BF91-4E2C-8285-C31DAEBFD114}"/>
    <dgm:cxn modelId="{1B8A9A19-AF57-4046-A658-0064A74D3548}" srcId="{5647F38D-037D-4274-9958-28E6BEA81BEE}" destId="{4FF0CC29-A2FB-4678-AD19-CC5DD6C6E49A}" srcOrd="0" destOrd="0" parTransId="{B856655F-F36E-4077-BBF3-94BE88D85DA7}" sibTransId="{6A583D89-6696-4526-8463-BA8822BCD101}"/>
    <dgm:cxn modelId="{5F72AB3A-AE9E-42AD-A397-A84612345B6A}" type="presParOf" srcId="{11C63E32-8AF4-4868-ABEA-47C2DB5AEE49}" destId="{EFB0E9A9-50EF-4A0A-9B16-EFD729771DE9}" srcOrd="0" destOrd="0" presId="urn:microsoft.com/office/officeart/2008/layout/LinedList"/>
    <dgm:cxn modelId="{6FD2C5DC-EF90-4D46-81C4-3B13D18ECE56}" type="presParOf" srcId="{11C63E32-8AF4-4868-ABEA-47C2DB5AEE49}" destId="{5C46EA44-D6BF-4A3B-96A4-2D46F7741641}" srcOrd="1" destOrd="0" presId="urn:microsoft.com/office/officeart/2008/layout/LinedList"/>
    <dgm:cxn modelId="{02923B37-D904-4882-B67F-5B19A27F2462}" type="presParOf" srcId="{5C46EA44-D6BF-4A3B-96A4-2D46F7741641}" destId="{1B267E64-356F-4784-B0E0-7BB395236314}" srcOrd="0" destOrd="0" presId="urn:microsoft.com/office/officeart/2008/layout/LinedList"/>
    <dgm:cxn modelId="{EADC52B9-3D76-47D1-A681-6B62823EDFA8}" type="presParOf" srcId="{5C46EA44-D6BF-4A3B-96A4-2D46F7741641}" destId="{EFE1A89D-C81A-4F70-B012-F2A971FA4A69}" srcOrd="1" destOrd="0" presId="urn:microsoft.com/office/officeart/2008/layout/LinedList"/>
    <dgm:cxn modelId="{AD4C96EF-5627-47D3-8123-B9BC5DBC954C}" type="presParOf" srcId="{11C63E32-8AF4-4868-ABEA-47C2DB5AEE49}" destId="{E7F10AF1-7A63-4F1B-A168-DE9DA623F72F}" srcOrd="2" destOrd="0" presId="urn:microsoft.com/office/officeart/2008/layout/LinedList"/>
    <dgm:cxn modelId="{DE0DB293-41D9-4508-8273-729B8E2F1BB3}" type="presParOf" srcId="{11C63E32-8AF4-4868-ABEA-47C2DB5AEE49}" destId="{044D517D-A9E4-4A42-825B-7B830ED043D1}" srcOrd="3" destOrd="0" presId="urn:microsoft.com/office/officeart/2008/layout/LinedList"/>
    <dgm:cxn modelId="{32D4C028-10C7-4C4F-BA03-2C4A5E39C5BB}" type="presParOf" srcId="{044D517D-A9E4-4A42-825B-7B830ED043D1}" destId="{4A8C75D7-CC56-452A-B1A3-B0FB34D0D744}" srcOrd="0" destOrd="0" presId="urn:microsoft.com/office/officeart/2008/layout/LinedList"/>
    <dgm:cxn modelId="{EF467AE8-F369-42AA-A6D8-1A6CEF2D7F7F}" type="presParOf" srcId="{044D517D-A9E4-4A42-825B-7B830ED043D1}" destId="{22F5F46F-F4D5-4EB8-92C7-EAE6ACC64AE4}"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F15DE7B-910D-4FEE-9D18-CB4E33BCF04E}" type="doc">
      <dgm:prSet loTypeId="urn:microsoft.com/office/officeart/2008/layout/LinedList" loCatId="list" qsTypeId="urn:microsoft.com/office/officeart/2005/8/quickstyle/simple1" qsCatId="simple" csTypeId="urn:microsoft.com/office/officeart/2005/8/colors/accent6_1" csCatId="accent6" phldr="1"/>
      <dgm:spPr/>
      <dgm:t>
        <a:bodyPr/>
        <a:lstStyle/>
        <a:p>
          <a:endParaRPr lang="en-US"/>
        </a:p>
      </dgm:t>
    </dgm:pt>
    <dgm:pt modelId="{93DF22A6-2C35-48C3-AB63-859B2F4A63EE}">
      <dgm:prSet phldrT="[Text]" custT="1"/>
      <dgm:spPr/>
      <dgm:t>
        <a:bodyPr/>
        <a:lstStyle/>
        <a:p>
          <a:r>
            <a:rPr lang="en-US" sz="2000" dirty="0" smtClean="0">
              <a:latin typeface="Times New Roman" panose="02020603050405020304" pitchFamily="18" charset="0"/>
              <a:cs typeface="Times New Roman" panose="02020603050405020304" pitchFamily="18" charset="0"/>
            </a:rPr>
            <a:t>It </a:t>
          </a:r>
          <a:r>
            <a:rPr lang="en-US" sz="2000" dirty="0" smtClean="0">
              <a:latin typeface="Times New Roman" panose="02020603050405020304" pitchFamily="18" charset="0"/>
              <a:cs typeface="Times New Roman" panose="02020603050405020304" pitchFamily="18" charset="0"/>
            </a:rPr>
            <a:t>is a conflict theory, as feminists believe society is in </a:t>
          </a:r>
          <a:r>
            <a:rPr lang="en-US" sz="2000" b="1" dirty="0" smtClean="0">
              <a:latin typeface="Times New Roman" panose="02020603050405020304" pitchFamily="18" charset="0"/>
              <a:cs typeface="Times New Roman" panose="02020603050405020304" pitchFamily="18" charset="0"/>
            </a:rPr>
            <a:t>constant conflict due to the subordination of women by men.</a:t>
          </a:r>
          <a:endParaRPr lang="en-US" sz="2000" b="1" dirty="0">
            <a:latin typeface="Times New Roman" panose="02020603050405020304" pitchFamily="18" charset="0"/>
            <a:cs typeface="Times New Roman" panose="02020603050405020304" pitchFamily="18" charset="0"/>
          </a:endParaRPr>
        </a:p>
      </dgm:t>
    </dgm:pt>
    <dgm:pt modelId="{FA7BED08-9348-4D33-9DD1-06D874D1C0DC}" type="parTrans" cxnId="{B7818893-39EC-4A38-B58D-A216ED7F57DB}">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D5F85977-8421-42DC-B73C-E106DE717982}" type="sibTrans" cxnId="{B7818893-39EC-4A38-B58D-A216ED7F57DB}">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DFD02E7D-6170-4129-84DD-54DE3ABAEE5D}" type="pres">
      <dgm:prSet presAssocID="{DF15DE7B-910D-4FEE-9D18-CB4E33BCF04E}" presName="vert0" presStyleCnt="0">
        <dgm:presLayoutVars>
          <dgm:dir/>
          <dgm:animOne val="branch"/>
          <dgm:animLvl val="lvl"/>
        </dgm:presLayoutVars>
      </dgm:prSet>
      <dgm:spPr/>
      <dgm:t>
        <a:bodyPr/>
        <a:lstStyle/>
        <a:p>
          <a:endParaRPr lang="en-US"/>
        </a:p>
      </dgm:t>
    </dgm:pt>
    <dgm:pt modelId="{44C64740-AF15-4589-964B-9325A7FEC13A}" type="pres">
      <dgm:prSet presAssocID="{93DF22A6-2C35-48C3-AB63-859B2F4A63EE}" presName="thickLine" presStyleLbl="alignNode1" presStyleIdx="0" presStyleCnt="1"/>
      <dgm:spPr/>
      <dgm:t>
        <a:bodyPr/>
        <a:lstStyle/>
        <a:p>
          <a:endParaRPr lang="en-US"/>
        </a:p>
      </dgm:t>
    </dgm:pt>
    <dgm:pt modelId="{A8815F70-E6D4-466A-A0B2-4F0A11743F3D}" type="pres">
      <dgm:prSet presAssocID="{93DF22A6-2C35-48C3-AB63-859B2F4A63EE}" presName="horz1" presStyleCnt="0"/>
      <dgm:spPr/>
      <dgm:t>
        <a:bodyPr/>
        <a:lstStyle/>
        <a:p>
          <a:endParaRPr lang="en-US"/>
        </a:p>
      </dgm:t>
    </dgm:pt>
    <dgm:pt modelId="{4918BB68-3EEF-4E69-A438-FFD010DCFC1F}" type="pres">
      <dgm:prSet presAssocID="{93DF22A6-2C35-48C3-AB63-859B2F4A63EE}" presName="tx1" presStyleLbl="revTx" presStyleIdx="0" presStyleCnt="1"/>
      <dgm:spPr/>
      <dgm:t>
        <a:bodyPr/>
        <a:lstStyle/>
        <a:p>
          <a:endParaRPr lang="en-US"/>
        </a:p>
      </dgm:t>
    </dgm:pt>
    <dgm:pt modelId="{4B193CEF-89A5-4E53-BD8B-94E72BBD32F0}" type="pres">
      <dgm:prSet presAssocID="{93DF22A6-2C35-48C3-AB63-859B2F4A63EE}" presName="vert1" presStyleCnt="0"/>
      <dgm:spPr/>
      <dgm:t>
        <a:bodyPr/>
        <a:lstStyle/>
        <a:p>
          <a:endParaRPr lang="en-US"/>
        </a:p>
      </dgm:t>
    </dgm:pt>
  </dgm:ptLst>
  <dgm:cxnLst>
    <dgm:cxn modelId="{C651DEDE-680F-4C2B-93B9-A67E3BA04D0C}" type="presOf" srcId="{DF15DE7B-910D-4FEE-9D18-CB4E33BCF04E}" destId="{DFD02E7D-6170-4129-84DD-54DE3ABAEE5D}" srcOrd="0" destOrd="0" presId="urn:microsoft.com/office/officeart/2008/layout/LinedList"/>
    <dgm:cxn modelId="{581261A4-52DE-4112-A62F-066DB7226084}" type="presOf" srcId="{93DF22A6-2C35-48C3-AB63-859B2F4A63EE}" destId="{4918BB68-3EEF-4E69-A438-FFD010DCFC1F}" srcOrd="0" destOrd="0" presId="urn:microsoft.com/office/officeart/2008/layout/LinedList"/>
    <dgm:cxn modelId="{B7818893-39EC-4A38-B58D-A216ED7F57DB}" srcId="{DF15DE7B-910D-4FEE-9D18-CB4E33BCF04E}" destId="{93DF22A6-2C35-48C3-AB63-859B2F4A63EE}" srcOrd="0" destOrd="0" parTransId="{FA7BED08-9348-4D33-9DD1-06D874D1C0DC}" sibTransId="{D5F85977-8421-42DC-B73C-E106DE717982}"/>
    <dgm:cxn modelId="{8D50FEBD-5A63-4CB7-ABFA-C83C3FCB86F1}" type="presParOf" srcId="{DFD02E7D-6170-4129-84DD-54DE3ABAEE5D}" destId="{44C64740-AF15-4589-964B-9325A7FEC13A}" srcOrd="0" destOrd="0" presId="urn:microsoft.com/office/officeart/2008/layout/LinedList"/>
    <dgm:cxn modelId="{70ADFEA3-ABE0-45C7-9ED6-3EB1910559DE}" type="presParOf" srcId="{DFD02E7D-6170-4129-84DD-54DE3ABAEE5D}" destId="{A8815F70-E6D4-466A-A0B2-4F0A11743F3D}" srcOrd="1" destOrd="0" presId="urn:microsoft.com/office/officeart/2008/layout/LinedList"/>
    <dgm:cxn modelId="{E444DA0B-3BC1-4EC0-99B2-CE68A366F6C8}" type="presParOf" srcId="{A8815F70-E6D4-466A-A0B2-4F0A11743F3D}" destId="{4918BB68-3EEF-4E69-A438-FFD010DCFC1F}" srcOrd="0" destOrd="0" presId="urn:microsoft.com/office/officeart/2008/layout/LinedList"/>
    <dgm:cxn modelId="{23F65250-EA17-4A56-8D7C-AEF4CD16D716}" type="presParOf" srcId="{A8815F70-E6D4-466A-A0B2-4F0A11743F3D}" destId="{4B193CEF-89A5-4E53-BD8B-94E72BBD32F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58F00A1-FFF2-46A4-91F8-E4897E77B594}" type="doc">
      <dgm:prSet loTypeId="urn:microsoft.com/office/officeart/2008/layout/LinedList" loCatId="list" qsTypeId="urn:microsoft.com/office/officeart/2005/8/quickstyle/simple1" qsCatId="simple" csTypeId="urn:microsoft.com/office/officeart/2005/8/colors/accent6_1" csCatId="accent6" phldr="1"/>
      <dgm:spPr/>
      <dgm:t>
        <a:bodyPr/>
        <a:lstStyle/>
        <a:p>
          <a:endParaRPr lang="en-US"/>
        </a:p>
      </dgm:t>
    </dgm:pt>
    <dgm:pt modelId="{4DB0782E-B743-4BF9-B6D2-C648DA5028B3}">
      <dgm:prSet phldrT="[Text]" custT="1"/>
      <dgm:spPr/>
      <dgm:t>
        <a:bodyPr/>
        <a:lstStyle/>
        <a:p>
          <a:r>
            <a:rPr lang="en-US" sz="2000" dirty="0" smtClean="0">
              <a:latin typeface="Times New Roman" panose="02020603050405020304" pitchFamily="18" charset="0"/>
              <a:cs typeface="Times New Roman" panose="02020603050405020304" pitchFamily="18" charset="0"/>
            </a:rPr>
            <a:t>There are several branches of feminism that explore patriarchy and gender inequality in different ways. Each branch has different perspectives and goals for resolving the issues feminism stands for. </a:t>
          </a:r>
          <a:endParaRPr lang="en-US" sz="2000" dirty="0">
            <a:latin typeface="Times New Roman" panose="02020603050405020304" pitchFamily="18" charset="0"/>
            <a:cs typeface="Times New Roman" panose="02020603050405020304" pitchFamily="18" charset="0"/>
          </a:endParaRPr>
        </a:p>
      </dgm:t>
    </dgm:pt>
    <dgm:pt modelId="{1D8505B7-3A3B-48D1-BEED-36555E33DA96}" type="sibTrans" cxnId="{A637D5E3-1C88-4219-99A5-1D3C96044B60}">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2C88AA4A-6C0D-43DD-AB0B-56A4182FC8E2}" type="parTrans" cxnId="{A637D5E3-1C88-4219-99A5-1D3C96044B60}">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12CDEF0A-D7FF-435A-9B3E-97484949A964}" type="pres">
      <dgm:prSet presAssocID="{358F00A1-FFF2-46A4-91F8-E4897E77B594}" presName="vert0" presStyleCnt="0">
        <dgm:presLayoutVars>
          <dgm:dir/>
          <dgm:animOne val="branch"/>
          <dgm:animLvl val="lvl"/>
        </dgm:presLayoutVars>
      </dgm:prSet>
      <dgm:spPr/>
      <dgm:t>
        <a:bodyPr/>
        <a:lstStyle/>
        <a:p>
          <a:endParaRPr lang="en-US"/>
        </a:p>
      </dgm:t>
    </dgm:pt>
    <dgm:pt modelId="{8B8CB5D1-1A23-4385-8A44-CA890D4B9F47}" type="pres">
      <dgm:prSet presAssocID="{4DB0782E-B743-4BF9-B6D2-C648DA5028B3}" presName="thickLine" presStyleLbl="alignNode1" presStyleIdx="0" presStyleCnt="1"/>
      <dgm:spPr/>
      <dgm:t>
        <a:bodyPr/>
        <a:lstStyle/>
        <a:p>
          <a:endParaRPr lang="en-US"/>
        </a:p>
      </dgm:t>
    </dgm:pt>
    <dgm:pt modelId="{58FF2798-D08C-48CD-A583-DE4614B10CD9}" type="pres">
      <dgm:prSet presAssocID="{4DB0782E-B743-4BF9-B6D2-C648DA5028B3}" presName="horz1" presStyleCnt="0"/>
      <dgm:spPr/>
      <dgm:t>
        <a:bodyPr/>
        <a:lstStyle/>
        <a:p>
          <a:endParaRPr lang="en-US"/>
        </a:p>
      </dgm:t>
    </dgm:pt>
    <dgm:pt modelId="{97BFC310-85A6-45A0-8374-D7BF3912AE95}" type="pres">
      <dgm:prSet presAssocID="{4DB0782E-B743-4BF9-B6D2-C648DA5028B3}" presName="tx1" presStyleLbl="revTx" presStyleIdx="0" presStyleCnt="1"/>
      <dgm:spPr/>
      <dgm:t>
        <a:bodyPr/>
        <a:lstStyle/>
        <a:p>
          <a:endParaRPr lang="en-US"/>
        </a:p>
      </dgm:t>
    </dgm:pt>
    <dgm:pt modelId="{06A35467-F628-4957-9CC9-400A9CEA1AC6}" type="pres">
      <dgm:prSet presAssocID="{4DB0782E-B743-4BF9-B6D2-C648DA5028B3}" presName="vert1" presStyleCnt="0"/>
      <dgm:spPr/>
      <dgm:t>
        <a:bodyPr/>
        <a:lstStyle/>
        <a:p>
          <a:endParaRPr lang="en-US"/>
        </a:p>
      </dgm:t>
    </dgm:pt>
  </dgm:ptLst>
  <dgm:cxnLst>
    <dgm:cxn modelId="{C60B6B76-26F6-4FFA-B348-3677BF21B820}" type="presOf" srcId="{4DB0782E-B743-4BF9-B6D2-C648DA5028B3}" destId="{97BFC310-85A6-45A0-8374-D7BF3912AE95}" srcOrd="0" destOrd="0" presId="urn:microsoft.com/office/officeart/2008/layout/LinedList"/>
    <dgm:cxn modelId="{A637D5E3-1C88-4219-99A5-1D3C96044B60}" srcId="{358F00A1-FFF2-46A4-91F8-E4897E77B594}" destId="{4DB0782E-B743-4BF9-B6D2-C648DA5028B3}" srcOrd="0" destOrd="0" parTransId="{2C88AA4A-6C0D-43DD-AB0B-56A4182FC8E2}" sibTransId="{1D8505B7-3A3B-48D1-BEED-36555E33DA96}"/>
    <dgm:cxn modelId="{7F7A0EC3-BF13-4771-BBFA-EAC42CF0F49F}" type="presOf" srcId="{358F00A1-FFF2-46A4-91F8-E4897E77B594}" destId="{12CDEF0A-D7FF-435A-9B3E-97484949A964}" srcOrd="0" destOrd="0" presId="urn:microsoft.com/office/officeart/2008/layout/LinedList"/>
    <dgm:cxn modelId="{BE724903-93D8-4C75-9BDC-56A91B568002}" type="presParOf" srcId="{12CDEF0A-D7FF-435A-9B3E-97484949A964}" destId="{8B8CB5D1-1A23-4385-8A44-CA890D4B9F47}" srcOrd="0" destOrd="0" presId="urn:microsoft.com/office/officeart/2008/layout/LinedList"/>
    <dgm:cxn modelId="{D04C9DEA-3383-4C12-BFB1-2B9A624873D2}" type="presParOf" srcId="{12CDEF0A-D7FF-435A-9B3E-97484949A964}" destId="{58FF2798-D08C-48CD-A583-DE4614B10CD9}" srcOrd="1" destOrd="0" presId="urn:microsoft.com/office/officeart/2008/layout/LinedList"/>
    <dgm:cxn modelId="{15ABDAB6-2987-4394-ABC5-948748657024}" type="presParOf" srcId="{58FF2798-D08C-48CD-A583-DE4614B10CD9}" destId="{97BFC310-85A6-45A0-8374-D7BF3912AE95}" srcOrd="0" destOrd="0" presId="urn:microsoft.com/office/officeart/2008/layout/LinedList"/>
    <dgm:cxn modelId="{6D7E0DC5-E96E-4E7E-B83E-179DE7DC5CDE}" type="presParOf" srcId="{58FF2798-D08C-48CD-A583-DE4614B10CD9}" destId="{06A35467-F628-4957-9CC9-400A9CEA1AC6}"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B905A86-2E36-4929-BFCD-C2A87462BEDE}"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BA23A3CE-6613-48AD-B575-ADCAC09709C8}">
      <dgm:prSet custT="1"/>
      <dgm:spPr/>
      <dgm:t>
        <a:bodyPr/>
        <a:lstStyle/>
        <a:p>
          <a:r>
            <a:rPr lang="en-US" sz="2000" dirty="0" smtClean="0">
              <a:latin typeface="Times New Roman" panose="02020603050405020304" pitchFamily="18" charset="0"/>
              <a:cs typeface="Times New Roman" panose="02020603050405020304" pitchFamily="18" charset="0"/>
            </a:rPr>
            <a:t>Feminism states society is 'patriarchal'. A </a:t>
          </a:r>
          <a:r>
            <a:rPr lang="en-US" sz="2000" b="1" dirty="0" smtClean="0">
              <a:latin typeface="Times New Roman" panose="02020603050405020304" pitchFamily="18" charset="0"/>
              <a:cs typeface="Times New Roman" panose="02020603050405020304" pitchFamily="18" charset="0"/>
            </a:rPr>
            <a:t>patriarchal </a:t>
          </a:r>
          <a:r>
            <a:rPr lang="en-US" sz="2000" dirty="0" smtClean="0">
              <a:latin typeface="Times New Roman" panose="02020603050405020304" pitchFamily="18" charset="0"/>
              <a:cs typeface="Times New Roman" panose="02020603050405020304" pitchFamily="18" charset="0"/>
            </a:rPr>
            <a:t>society is one that has been built by and for the </a:t>
          </a:r>
          <a:r>
            <a:rPr lang="en-US" sz="2000" b="1" dirty="0" smtClean="0">
              <a:latin typeface="Times New Roman" panose="02020603050405020304" pitchFamily="18" charset="0"/>
              <a:cs typeface="Times New Roman" panose="02020603050405020304" pitchFamily="18" charset="0"/>
            </a:rPr>
            <a:t>benefit of men at the expense of women</a:t>
          </a:r>
          <a:r>
            <a:rPr lang="en-US" sz="2000" dirty="0" smtClean="0">
              <a:latin typeface="Times New Roman" panose="02020603050405020304" pitchFamily="18" charset="0"/>
              <a:cs typeface="Times New Roman" panose="02020603050405020304" pitchFamily="18" charset="0"/>
            </a:rPr>
            <a:t>. This structure </a:t>
          </a:r>
          <a:r>
            <a:rPr lang="en-US" sz="2000" b="1" dirty="0" smtClean="0">
              <a:latin typeface="Times New Roman" panose="02020603050405020304" pitchFamily="18" charset="0"/>
              <a:cs typeface="Times New Roman" panose="02020603050405020304" pitchFamily="18" charset="0"/>
            </a:rPr>
            <a:t>subjugates women </a:t>
          </a:r>
          <a:r>
            <a:rPr lang="en-US" sz="2000" dirty="0" smtClean="0">
              <a:latin typeface="Times New Roman" panose="02020603050405020304" pitchFamily="18" charset="0"/>
              <a:cs typeface="Times New Roman" panose="02020603050405020304" pitchFamily="18" charset="0"/>
            </a:rPr>
            <a:t>as it is a structure that is </a:t>
          </a:r>
          <a:r>
            <a:rPr lang="en-US" sz="2000" b="1" dirty="0" smtClean="0">
              <a:latin typeface="Times New Roman" panose="02020603050405020304" pitchFamily="18" charset="0"/>
              <a:cs typeface="Times New Roman" panose="02020603050405020304" pitchFamily="18" charset="0"/>
            </a:rPr>
            <a:t>biased towards men</a:t>
          </a:r>
          <a:r>
            <a:rPr lang="en-US" sz="2000" dirty="0" smtClean="0">
              <a:latin typeface="Times New Roman" panose="02020603050405020304" pitchFamily="18" charset="0"/>
              <a:cs typeface="Times New Roman" panose="02020603050405020304" pitchFamily="18" charset="0"/>
            </a:rPr>
            <a:t>. This means </a:t>
          </a:r>
          <a:r>
            <a:rPr lang="en-US" sz="2000" b="1" dirty="0" smtClean="0">
              <a:latin typeface="Times New Roman" panose="02020603050405020304" pitchFamily="18" charset="0"/>
              <a:cs typeface="Times New Roman" panose="02020603050405020304" pitchFamily="18" charset="0"/>
            </a:rPr>
            <a:t>men have more power </a:t>
          </a:r>
          <a:r>
            <a:rPr lang="en-US" sz="2000" dirty="0" smtClean="0">
              <a:latin typeface="Times New Roman" panose="02020603050405020304" pitchFamily="18" charset="0"/>
              <a:cs typeface="Times New Roman" panose="02020603050405020304" pitchFamily="18" charset="0"/>
            </a:rPr>
            <a:t>and status than women.</a:t>
          </a:r>
          <a:endParaRPr lang="en-US" sz="2000" dirty="0"/>
        </a:p>
      </dgm:t>
    </dgm:pt>
    <dgm:pt modelId="{EAF15639-1A08-48EA-82DB-F24B9D0AFCF3}" type="parTrans" cxnId="{43A1B049-B6A6-4A2D-940F-48FE659D5579}">
      <dgm:prSet/>
      <dgm:spPr/>
      <dgm:t>
        <a:bodyPr/>
        <a:lstStyle/>
        <a:p>
          <a:endParaRPr lang="en-US"/>
        </a:p>
      </dgm:t>
    </dgm:pt>
    <dgm:pt modelId="{0A7673EC-4D6A-4DD5-B96A-1C8ABE2EEEB6}" type="sibTrans" cxnId="{43A1B049-B6A6-4A2D-940F-48FE659D5579}">
      <dgm:prSet/>
      <dgm:spPr/>
      <dgm:t>
        <a:bodyPr/>
        <a:lstStyle/>
        <a:p>
          <a:endParaRPr lang="en-US"/>
        </a:p>
      </dgm:t>
    </dgm:pt>
    <dgm:pt modelId="{2A412FB7-D318-485C-9872-A7F6A505A732}" type="pres">
      <dgm:prSet presAssocID="{0B905A86-2E36-4929-BFCD-C2A87462BEDE}" presName="vert0" presStyleCnt="0">
        <dgm:presLayoutVars>
          <dgm:dir/>
          <dgm:animOne val="branch"/>
          <dgm:animLvl val="lvl"/>
        </dgm:presLayoutVars>
      </dgm:prSet>
      <dgm:spPr/>
      <dgm:t>
        <a:bodyPr/>
        <a:lstStyle/>
        <a:p>
          <a:endParaRPr lang="en-US"/>
        </a:p>
      </dgm:t>
    </dgm:pt>
    <dgm:pt modelId="{FFD6543E-FB24-4E09-9666-21168E1AA03C}" type="pres">
      <dgm:prSet presAssocID="{BA23A3CE-6613-48AD-B575-ADCAC09709C8}" presName="thickLine" presStyleLbl="alignNode1" presStyleIdx="0" presStyleCnt="1"/>
      <dgm:spPr/>
    </dgm:pt>
    <dgm:pt modelId="{300C1AF9-0CE3-47A7-ABDC-736F70271FFB}" type="pres">
      <dgm:prSet presAssocID="{BA23A3CE-6613-48AD-B575-ADCAC09709C8}" presName="horz1" presStyleCnt="0"/>
      <dgm:spPr/>
    </dgm:pt>
    <dgm:pt modelId="{728AA29D-0A0E-43BD-9135-D9729DF58454}" type="pres">
      <dgm:prSet presAssocID="{BA23A3CE-6613-48AD-B575-ADCAC09709C8}" presName="tx1" presStyleLbl="revTx" presStyleIdx="0" presStyleCnt="1"/>
      <dgm:spPr/>
      <dgm:t>
        <a:bodyPr/>
        <a:lstStyle/>
        <a:p>
          <a:endParaRPr lang="en-US"/>
        </a:p>
      </dgm:t>
    </dgm:pt>
    <dgm:pt modelId="{6A3C8E86-0463-4203-8FB5-09F8F28C9A35}" type="pres">
      <dgm:prSet presAssocID="{BA23A3CE-6613-48AD-B575-ADCAC09709C8}" presName="vert1" presStyleCnt="0"/>
      <dgm:spPr/>
    </dgm:pt>
  </dgm:ptLst>
  <dgm:cxnLst>
    <dgm:cxn modelId="{8993D7D8-EE97-4F45-9504-DA7067CDFE6E}" type="presOf" srcId="{BA23A3CE-6613-48AD-B575-ADCAC09709C8}" destId="{728AA29D-0A0E-43BD-9135-D9729DF58454}" srcOrd="0" destOrd="0" presId="urn:microsoft.com/office/officeart/2008/layout/LinedList"/>
    <dgm:cxn modelId="{A8E5D3F2-60B2-4867-8CF8-39A0E123B8AE}" type="presOf" srcId="{0B905A86-2E36-4929-BFCD-C2A87462BEDE}" destId="{2A412FB7-D318-485C-9872-A7F6A505A732}" srcOrd="0" destOrd="0" presId="urn:microsoft.com/office/officeart/2008/layout/LinedList"/>
    <dgm:cxn modelId="{43A1B049-B6A6-4A2D-940F-48FE659D5579}" srcId="{0B905A86-2E36-4929-BFCD-C2A87462BEDE}" destId="{BA23A3CE-6613-48AD-B575-ADCAC09709C8}" srcOrd="0" destOrd="0" parTransId="{EAF15639-1A08-48EA-82DB-F24B9D0AFCF3}" sibTransId="{0A7673EC-4D6A-4DD5-B96A-1C8ABE2EEEB6}"/>
    <dgm:cxn modelId="{A482C5C3-59FA-4A92-A487-EF1632244702}" type="presParOf" srcId="{2A412FB7-D318-485C-9872-A7F6A505A732}" destId="{FFD6543E-FB24-4E09-9666-21168E1AA03C}" srcOrd="0" destOrd="0" presId="urn:microsoft.com/office/officeart/2008/layout/LinedList"/>
    <dgm:cxn modelId="{EAE5BD4C-A915-4A10-B41C-314D270951C6}" type="presParOf" srcId="{2A412FB7-D318-485C-9872-A7F6A505A732}" destId="{300C1AF9-0CE3-47A7-ABDC-736F70271FFB}" srcOrd="1" destOrd="0" presId="urn:microsoft.com/office/officeart/2008/layout/LinedList"/>
    <dgm:cxn modelId="{7F32681F-A6B3-4250-AD3F-47DEAFE03FB5}" type="presParOf" srcId="{300C1AF9-0CE3-47A7-ABDC-736F70271FFB}" destId="{728AA29D-0A0E-43BD-9135-D9729DF58454}" srcOrd="0" destOrd="0" presId="urn:microsoft.com/office/officeart/2008/layout/LinedList"/>
    <dgm:cxn modelId="{778DD852-E904-4A28-8382-0D160EBD56C0}" type="presParOf" srcId="{300C1AF9-0CE3-47A7-ABDC-736F70271FFB}" destId="{6A3C8E86-0463-4203-8FB5-09F8F28C9A35}"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302657A-6BDE-4042-A15D-E1414044E688}"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36EE6A63-C87C-4A57-A7A0-5426D34B1D30}">
      <dgm:prSet phldrT="[Text]" custT="1"/>
      <dgm:spPr/>
      <dgm:t>
        <a:bodyPr/>
        <a:lstStyle/>
        <a:p>
          <a:r>
            <a:rPr lang="en-US" sz="2000" dirty="0" smtClean="0">
              <a:latin typeface="Times New Roman" panose="02020603050405020304" pitchFamily="18" charset="0"/>
              <a:cs typeface="Times New Roman" panose="02020603050405020304" pitchFamily="18" charset="0"/>
            </a:rPr>
            <a:t>However, all feminists have one thing in common; they all believe that the societal structure is patriarchal and that patriarchy is the cause of gender inequality.</a:t>
          </a:r>
          <a:endParaRPr lang="en-US" sz="2000" dirty="0"/>
        </a:p>
      </dgm:t>
    </dgm:pt>
    <dgm:pt modelId="{8AB14CFC-BE7C-4A43-86FA-2BA3F0B9F234}" type="parTrans" cxnId="{EF2F45F9-293E-4C49-8870-D50CE6881AFE}">
      <dgm:prSet/>
      <dgm:spPr/>
      <dgm:t>
        <a:bodyPr/>
        <a:lstStyle/>
        <a:p>
          <a:endParaRPr lang="en-US"/>
        </a:p>
      </dgm:t>
    </dgm:pt>
    <dgm:pt modelId="{668E0751-0164-4B99-8CDA-9F47FD4140A5}" type="sibTrans" cxnId="{EF2F45F9-293E-4C49-8870-D50CE6881AFE}">
      <dgm:prSet/>
      <dgm:spPr/>
      <dgm:t>
        <a:bodyPr/>
        <a:lstStyle/>
        <a:p>
          <a:endParaRPr lang="en-US"/>
        </a:p>
      </dgm:t>
    </dgm:pt>
    <dgm:pt modelId="{297A4EF9-B746-4825-9AAF-181F7602FAC1}" type="pres">
      <dgm:prSet presAssocID="{3302657A-6BDE-4042-A15D-E1414044E688}" presName="vert0" presStyleCnt="0">
        <dgm:presLayoutVars>
          <dgm:dir/>
          <dgm:animOne val="branch"/>
          <dgm:animLvl val="lvl"/>
        </dgm:presLayoutVars>
      </dgm:prSet>
      <dgm:spPr/>
      <dgm:t>
        <a:bodyPr/>
        <a:lstStyle/>
        <a:p>
          <a:endParaRPr lang="en-US"/>
        </a:p>
      </dgm:t>
    </dgm:pt>
    <dgm:pt modelId="{FB2B5B8A-E22D-482C-A466-3069B296309A}" type="pres">
      <dgm:prSet presAssocID="{36EE6A63-C87C-4A57-A7A0-5426D34B1D30}" presName="thickLine" presStyleLbl="alignNode1" presStyleIdx="0" presStyleCnt="1"/>
      <dgm:spPr/>
    </dgm:pt>
    <dgm:pt modelId="{A3105D4C-3B38-49F0-A9CA-5DDCD54D1E64}" type="pres">
      <dgm:prSet presAssocID="{36EE6A63-C87C-4A57-A7A0-5426D34B1D30}" presName="horz1" presStyleCnt="0"/>
      <dgm:spPr/>
    </dgm:pt>
    <dgm:pt modelId="{BE137FE7-740D-403D-BA17-3A30AC0632A4}" type="pres">
      <dgm:prSet presAssocID="{36EE6A63-C87C-4A57-A7A0-5426D34B1D30}" presName="tx1" presStyleLbl="revTx" presStyleIdx="0" presStyleCnt="1"/>
      <dgm:spPr/>
      <dgm:t>
        <a:bodyPr/>
        <a:lstStyle/>
        <a:p>
          <a:endParaRPr lang="en-US"/>
        </a:p>
      </dgm:t>
    </dgm:pt>
    <dgm:pt modelId="{136C3E10-BF3F-491D-9A04-FAE679A23512}" type="pres">
      <dgm:prSet presAssocID="{36EE6A63-C87C-4A57-A7A0-5426D34B1D30}" presName="vert1" presStyleCnt="0"/>
      <dgm:spPr/>
    </dgm:pt>
  </dgm:ptLst>
  <dgm:cxnLst>
    <dgm:cxn modelId="{002C3627-EB7C-4A9D-B36B-171657567BB9}" type="presOf" srcId="{3302657A-6BDE-4042-A15D-E1414044E688}" destId="{297A4EF9-B746-4825-9AAF-181F7602FAC1}" srcOrd="0" destOrd="0" presId="urn:microsoft.com/office/officeart/2008/layout/LinedList"/>
    <dgm:cxn modelId="{4131A0C8-5EBB-44EC-950D-3E90E5A775D0}" type="presOf" srcId="{36EE6A63-C87C-4A57-A7A0-5426D34B1D30}" destId="{BE137FE7-740D-403D-BA17-3A30AC0632A4}" srcOrd="0" destOrd="0" presId="urn:microsoft.com/office/officeart/2008/layout/LinedList"/>
    <dgm:cxn modelId="{EF2F45F9-293E-4C49-8870-D50CE6881AFE}" srcId="{3302657A-6BDE-4042-A15D-E1414044E688}" destId="{36EE6A63-C87C-4A57-A7A0-5426D34B1D30}" srcOrd="0" destOrd="0" parTransId="{8AB14CFC-BE7C-4A43-86FA-2BA3F0B9F234}" sibTransId="{668E0751-0164-4B99-8CDA-9F47FD4140A5}"/>
    <dgm:cxn modelId="{CF4EC821-7B9B-4FEB-93A6-B818E0C7B105}" type="presParOf" srcId="{297A4EF9-B746-4825-9AAF-181F7602FAC1}" destId="{FB2B5B8A-E22D-482C-A466-3069B296309A}" srcOrd="0" destOrd="0" presId="urn:microsoft.com/office/officeart/2008/layout/LinedList"/>
    <dgm:cxn modelId="{8AC77010-E3A7-4AD6-9F2A-5F83346D29B8}" type="presParOf" srcId="{297A4EF9-B746-4825-9AAF-181F7602FAC1}" destId="{A3105D4C-3B38-49F0-A9CA-5DDCD54D1E64}" srcOrd="1" destOrd="0" presId="urn:microsoft.com/office/officeart/2008/layout/LinedList"/>
    <dgm:cxn modelId="{5D9919F6-16AB-438B-B42F-4E850EB64D40}" type="presParOf" srcId="{A3105D4C-3B38-49F0-A9CA-5DDCD54D1E64}" destId="{BE137FE7-740D-403D-BA17-3A30AC0632A4}" srcOrd="0" destOrd="0" presId="urn:microsoft.com/office/officeart/2008/layout/LinedList"/>
    <dgm:cxn modelId="{282F4C28-F471-4C85-8E2B-791B9F9769FD}" type="presParOf" srcId="{A3105D4C-3B38-49F0-A9CA-5DDCD54D1E64}" destId="{136C3E10-BF3F-491D-9A04-FAE679A23512}" srcOrd="1" destOrd="0" presId="urn:microsoft.com/office/officeart/2008/layout/Line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72535B5-2FB4-4E9F-9139-23CD34AB69C5}"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80FDAE9E-1F56-4399-BFEC-4947D5F76416}">
      <dgm:prSet custT="1"/>
      <dgm:spPr/>
      <dgm:t>
        <a:bodyPr/>
        <a:lstStyle/>
        <a:p>
          <a:r>
            <a:rPr lang="en-US" sz="2000" dirty="0" smtClean="0">
              <a:latin typeface="Times New Roman" panose="02020603050405020304" pitchFamily="18" charset="0"/>
              <a:cs typeface="Times New Roman" panose="02020603050405020304" pitchFamily="18" charset="0"/>
            </a:rPr>
            <a:t>In sociology, 'feminization/feminization' refers to the process by which </a:t>
          </a:r>
          <a:r>
            <a:rPr lang="en-US" sz="2000" b="1" dirty="0" smtClean="0">
              <a:latin typeface="Times New Roman" panose="02020603050405020304" pitchFamily="18" charset="0"/>
              <a:cs typeface="Times New Roman" panose="02020603050405020304" pitchFamily="18" charset="0"/>
            </a:rPr>
            <a:t>society's sex and gender roles become focused upon femininity </a:t>
          </a:r>
          <a:r>
            <a:rPr lang="en-US" sz="2000" dirty="0" smtClean="0">
              <a:latin typeface="Times New Roman" panose="02020603050405020304" pitchFamily="18" charset="0"/>
              <a:cs typeface="Times New Roman" panose="02020603050405020304" pitchFamily="18" charset="0"/>
            </a:rPr>
            <a:t>(where the focus was previously on masculinity). </a:t>
          </a:r>
          <a:endParaRPr lang="en-US" sz="2000" dirty="0">
            <a:latin typeface="Times New Roman" panose="02020603050405020304" pitchFamily="18" charset="0"/>
            <a:cs typeface="Times New Roman" panose="02020603050405020304" pitchFamily="18" charset="0"/>
          </a:endParaRPr>
        </a:p>
      </dgm:t>
    </dgm:pt>
    <dgm:pt modelId="{4E160B59-36E2-4399-B445-B91C23D5399C}" type="parTrans" cxnId="{2788F42F-551A-4411-91B4-2F54BF4834A0}">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5B2C1930-03DF-43D0-8949-DCCF700EE21B}" type="sibTrans" cxnId="{2788F42F-551A-4411-91B4-2F54BF4834A0}">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D2FA4D33-4B0E-4BC9-877F-D9810A204983}">
      <dgm:prSet custT="1"/>
      <dgm:spPr/>
      <dgm:t>
        <a:bodyPr/>
        <a:lstStyle/>
        <a:p>
          <a:r>
            <a:rPr lang="en-US" sz="2000" dirty="0" smtClean="0">
              <a:latin typeface="Times New Roman" panose="02020603050405020304" pitchFamily="18" charset="0"/>
              <a:cs typeface="Times New Roman" panose="02020603050405020304" pitchFamily="18" charset="0"/>
            </a:rPr>
            <a:t>Feminists come together on the main cause of combatting gender inequality. However, there are some minor differences in how they perceive this inequality, and how they think it can be eradicated. Examples could be:</a:t>
          </a:r>
          <a:endParaRPr lang="en-US" sz="2000" dirty="0">
            <a:latin typeface="Times New Roman" panose="02020603050405020304" pitchFamily="18" charset="0"/>
            <a:cs typeface="Times New Roman" panose="02020603050405020304" pitchFamily="18" charset="0"/>
          </a:endParaRPr>
        </a:p>
      </dgm:t>
    </dgm:pt>
    <dgm:pt modelId="{4C765EEA-012E-4F12-8E18-71EF0DC5F1F0}" type="parTrans" cxnId="{8FD6FA3B-4024-4B4E-9027-CDBB3BA8F029}">
      <dgm:prSet/>
      <dgm:spPr/>
      <dgm:t>
        <a:bodyPr/>
        <a:lstStyle/>
        <a:p>
          <a:endParaRPr lang="en-US" sz="2000"/>
        </a:p>
      </dgm:t>
    </dgm:pt>
    <dgm:pt modelId="{6AC22128-949F-48B3-9593-0104D175965B}" type="sibTrans" cxnId="{8FD6FA3B-4024-4B4E-9027-CDBB3BA8F029}">
      <dgm:prSet/>
      <dgm:spPr/>
      <dgm:t>
        <a:bodyPr/>
        <a:lstStyle/>
        <a:p>
          <a:endParaRPr lang="en-US" sz="2000"/>
        </a:p>
      </dgm:t>
    </dgm:pt>
    <dgm:pt modelId="{783D9D41-AEF5-41CE-810D-48E519552C32}" type="pres">
      <dgm:prSet presAssocID="{672535B5-2FB4-4E9F-9139-23CD34AB69C5}" presName="vert0" presStyleCnt="0">
        <dgm:presLayoutVars>
          <dgm:dir/>
          <dgm:animOne val="branch"/>
          <dgm:animLvl val="lvl"/>
        </dgm:presLayoutVars>
      </dgm:prSet>
      <dgm:spPr/>
      <dgm:t>
        <a:bodyPr/>
        <a:lstStyle/>
        <a:p>
          <a:endParaRPr lang="en-US"/>
        </a:p>
      </dgm:t>
    </dgm:pt>
    <dgm:pt modelId="{C273FBE6-77F6-4134-B039-40C7F193E580}" type="pres">
      <dgm:prSet presAssocID="{80FDAE9E-1F56-4399-BFEC-4947D5F76416}" presName="thickLine" presStyleLbl="alignNode1" presStyleIdx="0" presStyleCnt="2"/>
      <dgm:spPr/>
      <dgm:t>
        <a:bodyPr/>
        <a:lstStyle/>
        <a:p>
          <a:endParaRPr lang="en-US"/>
        </a:p>
      </dgm:t>
    </dgm:pt>
    <dgm:pt modelId="{566378C3-C059-483D-A422-25AA5A50F7B3}" type="pres">
      <dgm:prSet presAssocID="{80FDAE9E-1F56-4399-BFEC-4947D5F76416}" presName="horz1" presStyleCnt="0"/>
      <dgm:spPr/>
      <dgm:t>
        <a:bodyPr/>
        <a:lstStyle/>
        <a:p>
          <a:endParaRPr lang="en-US"/>
        </a:p>
      </dgm:t>
    </dgm:pt>
    <dgm:pt modelId="{01723957-4DEC-4C7B-998D-2D52DBF089BE}" type="pres">
      <dgm:prSet presAssocID="{80FDAE9E-1F56-4399-BFEC-4947D5F76416}" presName="tx1" presStyleLbl="revTx" presStyleIdx="0" presStyleCnt="2"/>
      <dgm:spPr/>
      <dgm:t>
        <a:bodyPr/>
        <a:lstStyle/>
        <a:p>
          <a:endParaRPr lang="en-US"/>
        </a:p>
      </dgm:t>
    </dgm:pt>
    <dgm:pt modelId="{B7AAFBE5-EC94-4A5F-9D52-284BE257D9EC}" type="pres">
      <dgm:prSet presAssocID="{80FDAE9E-1F56-4399-BFEC-4947D5F76416}" presName="vert1" presStyleCnt="0"/>
      <dgm:spPr/>
      <dgm:t>
        <a:bodyPr/>
        <a:lstStyle/>
        <a:p>
          <a:endParaRPr lang="en-US"/>
        </a:p>
      </dgm:t>
    </dgm:pt>
    <dgm:pt modelId="{073B847A-3877-419A-927C-0B1B55BE7DD5}" type="pres">
      <dgm:prSet presAssocID="{D2FA4D33-4B0E-4BC9-877F-D9810A204983}" presName="thickLine" presStyleLbl="alignNode1" presStyleIdx="1" presStyleCnt="2"/>
      <dgm:spPr/>
      <dgm:t>
        <a:bodyPr/>
        <a:lstStyle/>
        <a:p>
          <a:endParaRPr lang="en-US"/>
        </a:p>
      </dgm:t>
    </dgm:pt>
    <dgm:pt modelId="{822A7CB4-6E09-4329-AA13-A27E129175CA}" type="pres">
      <dgm:prSet presAssocID="{D2FA4D33-4B0E-4BC9-877F-D9810A204983}" presName="horz1" presStyleCnt="0"/>
      <dgm:spPr/>
      <dgm:t>
        <a:bodyPr/>
        <a:lstStyle/>
        <a:p>
          <a:endParaRPr lang="en-US"/>
        </a:p>
      </dgm:t>
    </dgm:pt>
    <dgm:pt modelId="{FBBF1286-19A9-49F1-92C4-BA4F8FB960D2}" type="pres">
      <dgm:prSet presAssocID="{D2FA4D33-4B0E-4BC9-877F-D9810A204983}" presName="tx1" presStyleLbl="revTx" presStyleIdx="1" presStyleCnt="2"/>
      <dgm:spPr/>
      <dgm:t>
        <a:bodyPr/>
        <a:lstStyle/>
        <a:p>
          <a:endParaRPr lang="en-US"/>
        </a:p>
      </dgm:t>
    </dgm:pt>
    <dgm:pt modelId="{2CC2F3A0-29F4-4D2C-B6F2-05E4D4F5D5AB}" type="pres">
      <dgm:prSet presAssocID="{D2FA4D33-4B0E-4BC9-877F-D9810A204983}" presName="vert1" presStyleCnt="0"/>
      <dgm:spPr/>
      <dgm:t>
        <a:bodyPr/>
        <a:lstStyle/>
        <a:p>
          <a:endParaRPr lang="en-US"/>
        </a:p>
      </dgm:t>
    </dgm:pt>
  </dgm:ptLst>
  <dgm:cxnLst>
    <dgm:cxn modelId="{8FD6FA3B-4024-4B4E-9027-CDBB3BA8F029}" srcId="{672535B5-2FB4-4E9F-9139-23CD34AB69C5}" destId="{D2FA4D33-4B0E-4BC9-877F-D9810A204983}" srcOrd="1" destOrd="0" parTransId="{4C765EEA-012E-4F12-8E18-71EF0DC5F1F0}" sibTransId="{6AC22128-949F-48B3-9593-0104D175965B}"/>
    <dgm:cxn modelId="{AC71D3E8-6E37-4B07-AA99-1EDE676CCB8B}" type="presOf" srcId="{672535B5-2FB4-4E9F-9139-23CD34AB69C5}" destId="{783D9D41-AEF5-41CE-810D-48E519552C32}" srcOrd="0" destOrd="0" presId="urn:microsoft.com/office/officeart/2008/layout/LinedList"/>
    <dgm:cxn modelId="{2788F42F-551A-4411-91B4-2F54BF4834A0}" srcId="{672535B5-2FB4-4E9F-9139-23CD34AB69C5}" destId="{80FDAE9E-1F56-4399-BFEC-4947D5F76416}" srcOrd="0" destOrd="0" parTransId="{4E160B59-36E2-4399-B445-B91C23D5399C}" sibTransId="{5B2C1930-03DF-43D0-8949-DCCF700EE21B}"/>
    <dgm:cxn modelId="{F9904540-A00A-4367-BFB2-A8EF8B5B04CD}" type="presOf" srcId="{D2FA4D33-4B0E-4BC9-877F-D9810A204983}" destId="{FBBF1286-19A9-49F1-92C4-BA4F8FB960D2}" srcOrd="0" destOrd="0" presId="urn:microsoft.com/office/officeart/2008/layout/LinedList"/>
    <dgm:cxn modelId="{6366DD2A-A567-4C9A-A248-CE23DA1D14BE}" type="presOf" srcId="{80FDAE9E-1F56-4399-BFEC-4947D5F76416}" destId="{01723957-4DEC-4C7B-998D-2D52DBF089BE}" srcOrd="0" destOrd="0" presId="urn:microsoft.com/office/officeart/2008/layout/LinedList"/>
    <dgm:cxn modelId="{72E1F955-D07F-4113-B398-6FCCF5A4FCA1}" type="presParOf" srcId="{783D9D41-AEF5-41CE-810D-48E519552C32}" destId="{C273FBE6-77F6-4134-B039-40C7F193E580}" srcOrd="0" destOrd="0" presId="urn:microsoft.com/office/officeart/2008/layout/LinedList"/>
    <dgm:cxn modelId="{8E619243-3AB1-4A42-A4C3-421438BBEDAA}" type="presParOf" srcId="{783D9D41-AEF5-41CE-810D-48E519552C32}" destId="{566378C3-C059-483D-A422-25AA5A50F7B3}" srcOrd="1" destOrd="0" presId="urn:microsoft.com/office/officeart/2008/layout/LinedList"/>
    <dgm:cxn modelId="{2CE21467-ED73-4113-8220-407CC825108B}" type="presParOf" srcId="{566378C3-C059-483D-A422-25AA5A50F7B3}" destId="{01723957-4DEC-4C7B-998D-2D52DBF089BE}" srcOrd="0" destOrd="0" presId="urn:microsoft.com/office/officeart/2008/layout/LinedList"/>
    <dgm:cxn modelId="{BEFC6633-A0D3-4453-B0C2-5BBA3BA6C8AA}" type="presParOf" srcId="{566378C3-C059-483D-A422-25AA5A50F7B3}" destId="{B7AAFBE5-EC94-4A5F-9D52-284BE257D9EC}" srcOrd="1" destOrd="0" presId="urn:microsoft.com/office/officeart/2008/layout/LinedList"/>
    <dgm:cxn modelId="{F40592B2-6DD6-4A72-9532-3D021995EB22}" type="presParOf" srcId="{783D9D41-AEF5-41CE-810D-48E519552C32}" destId="{073B847A-3877-419A-927C-0B1B55BE7DD5}" srcOrd="2" destOrd="0" presId="urn:microsoft.com/office/officeart/2008/layout/LinedList"/>
    <dgm:cxn modelId="{DDFA74F9-2FDB-4550-919F-CF79B72810C8}" type="presParOf" srcId="{783D9D41-AEF5-41CE-810D-48E519552C32}" destId="{822A7CB4-6E09-4329-AA13-A27E129175CA}" srcOrd="3" destOrd="0" presId="urn:microsoft.com/office/officeart/2008/layout/LinedList"/>
    <dgm:cxn modelId="{67BD2FFF-6745-4608-A6C6-49FFBB975B52}" type="presParOf" srcId="{822A7CB4-6E09-4329-AA13-A27E129175CA}" destId="{FBBF1286-19A9-49F1-92C4-BA4F8FB960D2}" srcOrd="0" destOrd="0" presId="urn:microsoft.com/office/officeart/2008/layout/LinedList"/>
    <dgm:cxn modelId="{4FA1AF2B-B54D-4AB7-AF17-1716B5654BBE}" type="presParOf" srcId="{822A7CB4-6E09-4329-AA13-A27E129175CA}" destId="{2CC2F3A0-29F4-4D2C-B6F2-05E4D4F5D5A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941FC32-3A76-4402-9F66-9993E2D624D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EFECFFD-E7BE-411C-AD64-8681431D9B11}">
      <dgm:prSet/>
      <dgm:spPr>
        <a:solidFill>
          <a:srgbClr val="BC1041"/>
        </a:solidFill>
      </dgm:spPr>
      <dgm:t>
        <a:bodyPr/>
        <a:lstStyle/>
        <a:p>
          <a:pPr algn="ctr"/>
          <a:r>
            <a:rPr lang="en-US" b="1" dirty="0" err="1" smtClean="0">
              <a:solidFill>
                <a:schemeClr val="bg1"/>
              </a:solidFill>
              <a:latin typeface="Times New Roman" panose="02020603050405020304" pitchFamily="18" charset="0"/>
              <a:cs typeface="Times New Roman" panose="02020603050405020304" pitchFamily="18" charset="0"/>
            </a:rPr>
            <a:t>Feminisation</a:t>
          </a:r>
          <a:r>
            <a:rPr lang="en-US" b="1" dirty="0" smtClean="0">
              <a:solidFill>
                <a:schemeClr val="bg1"/>
              </a:solidFill>
              <a:latin typeface="Times New Roman" panose="02020603050405020304" pitchFamily="18" charset="0"/>
              <a:cs typeface="Times New Roman" panose="02020603050405020304" pitchFamily="18" charset="0"/>
            </a:rPr>
            <a:t> in Sociology</a:t>
          </a:r>
          <a:endParaRPr lang="en-US" b="1" dirty="0">
            <a:solidFill>
              <a:schemeClr val="bg1"/>
            </a:solidFill>
            <a:latin typeface="Times New Roman" panose="02020603050405020304" pitchFamily="18" charset="0"/>
            <a:cs typeface="Times New Roman" panose="02020603050405020304" pitchFamily="18" charset="0"/>
          </a:endParaRPr>
        </a:p>
      </dgm:t>
    </dgm:pt>
    <dgm:pt modelId="{AABA9302-3E9E-420C-8B17-3499E81A9757}" type="parTrans" cxnId="{93E4912C-7AE6-491E-A84A-0C83BA2F3310}">
      <dgm:prSet/>
      <dgm:spPr/>
      <dgm:t>
        <a:bodyPr/>
        <a:lstStyle/>
        <a:p>
          <a:pPr algn="ctr"/>
          <a:endParaRPr lang="en-US">
            <a:solidFill>
              <a:schemeClr val="bg1"/>
            </a:solidFill>
            <a:latin typeface="Times New Roman" panose="02020603050405020304" pitchFamily="18" charset="0"/>
            <a:cs typeface="Times New Roman" panose="02020603050405020304" pitchFamily="18" charset="0"/>
          </a:endParaRPr>
        </a:p>
      </dgm:t>
    </dgm:pt>
    <dgm:pt modelId="{4B2EA0B0-23A5-4727-AE1B-596B9255AEA6}" type="sibTrans" cxnId="{93E4912C-7AE6-491E-A84A-0C83BA2F3310}">
      <dgm:prSet/>
      <dgm:spPr/>
      <dgm:t>
        <a:bodyPr/>
        <a:lstStyle/>
        <a:p>
          <a:pPr algn="ctr"/>
          <a:endParaRPr lang="en-US">
            <a:solidFill>
              <a:schemeClr val="bg1"/>
            </a:solidFill>
            <a:latin typeface="Times New Roman" panose="02020603050405020304" pitchFamily="18" charset="0"/>
            <a:cs typeface="Times New Roman" panose="02020603050405020304" pitchFamily="18" charset="0"/>
          </a:endParaRPr>
        </a:p>
      </dgm:t>
    </dgm:pt>
    <dgm:pt modelId="{91970DE5-0221-4A0A-85F4-1096A0CE795F}" type="pres">
      <dgm:prSet presAssocID="{D941FC32-3A76-4402-9F66-9993E2D624D0}" presName="linear" presStyleCnt="0">
        <dgm:presLayoutVars>
          <dgm:animLvl val="lvl"/>
          <dgm:resizeHandles val="exact"/>
        </dgm:presLayoutVars>
      </dgm:prSet>
      <dgm:spPr/>
      <dgm:t>
        <a:bodyPr/>
        <a:lstStyle/>
        <a:p>
          <a:endParaRPr lang="en-US"/>
        </a:p>
      </dgm:t>
    </dgm:pt>
    <dgm:pt modelId="{4519FA01-FE6E-4382-B023-D902898D7BEA}" type="pres">
      <dgm:prSet presAssocID="{5EFECFFD-E7BE-411C-AD64-8681431D9B11}" presName="parentText" presStyleLbl="node1" presStyleIdx="0" presStyleCnt="1">
        <dgm:presLayoutVars>
          <dgm:chMax val="0"/>
          <dgm:bulletEnabled val="1"/>
        </dgm:presLayoutVars>
      </dgm:prSet>
      <dgm:spPr/>
      <dgm:t>
        <a:bodyPr/>
        <a:lstStyle/>
        <a:p>
          <a:endParaRPr lang="en-US"/>
        </a:p>
      </dgm:t>
    </dgm:pt>
  </dgm:ptLst>
  <dgm:cxnLst>
    <dgm:cxn modelId="{3F9D3178-504E-43E9-B73B-14B5CAC772F2}" type="presOf" srcId="{5EFECFFD-E7BE-411C-AD64-8681431D9B11}" destId="{4519FA01-FE6E-4382-B023-D902898D7BEA}" srcOrd="0" destOrd="0" presId="urn:microsoft.com/office/officeart/2005/8/layout/vList2"/>
    <dgm:cxn modelId="{93E4912C-7AE6-491E-A84A-0C83BA2F3310}" srcId="{D941FC32-3A76-4402-9F66-9993E2D624D0}" destId="{5EFECFFD-E7BE-411C-AD64-8681431D9B11}" srcOrd="0" destOrd="0" parTransId="{AABA9302-3E9E-420C-8B17-3499E81A9757}" sibTransId="{4B2EA0B0-23A5-4727-AE1B-596B9255AEA6}"/>
    <dgm:cxn modelId="{E9F0D7EC-966D-422B-B50F-00F4E41CEF28}" type="presOf" srcId="{D941FC32-3A76-4402-9F66-9993E2D624D0}" destId="{91970DE5-0221-4A0A-85F4-1096A0CE795F}" srcOrd="0" destOrd="0" presId="urn:microsoft.com/office/officeart/2005/8/layout/vList2"/>
    <dgm:cxn modelId="{4F8A4BF3-D0BE-4083-826A-91C4B0A676E9}" type="presParOf" srcId="{91970DE5-0221-4A0A-85F4-1096A0CE795F}" destId="{4519FA01-FE6E-4382-B023-D902898D7BEA}"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BC66CF3-738C-43B8-AEBB-826078093EF1}"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en-US"/>
        </a:p>
      </dgm:t>
    </dgm:pt>
    <dgm:pt modelId="{9ED05AD0-4F42-4231-866B-4336EA404542}">
      <dgm:prSet custT="1"/>
      <dgm:spPr>
        <a:solidFill>
          <a:schemeClr val="accent6">
            <a:lumMod val="20000"/>
            <a:lumOff val="80000"/>
          </a:schemeClr>
        </a:solidFill>
      </dgm:spPr>
      <dgm:t>
        <a:bodyPr/>
        <a:lstStyle/>
        <a:p>
          <a:r>
            <a:rPr lang="en-US" sz="2000" dirty="0" smtClean="0">
              <a:latin typeface="Times New Roman" panose="02020603050405020304" pitchFamily="18" charset="0"/>
              <a:cs typeface="Times New Roman" panose="02020603050405020304" pitchFamily="18" charset="0"/>
            </a:rPr>
            <a:t>The feminization of the labor force refers to the fact that the </a:t>
          </a:r>
          <a:r>
            <a:rPr lang="en-US" sz="2000" b="1" dirty="0" smtClean="0">
              <a:latin typeface="Times New Roman" panose="02020603050405020304" pitchFamily="18" charset="0"/>
              <a:cs typeface="Times New Roman" panose="02020603050405020304" pitchFamily="18" charset="0"/>
            </a:rPr>
            <a:t>labor force is increasingly made up of women,</a:t>
          </a:r>
          <a:r>
            <a:rPr lang="en-US" sz="2000" dirty="0" smtClean="0">
              <a:latin typeface="Times New Roman" panose="02020603050405020304" pitchFamily="18" charset="0"/>
              <a:cs typeface="Times New Roman" panose="02020603050405020304" pitchFamily="18" charset="0"/>
            </a:rPr>
            <a:t> even </a:t>
          </a:r>
          <a:r>
            <a:rPr lang="en-US" sz="2000" b="1" dirty="0" smtClean="0">
              <a:latin typeface="Times New Roman" panose="02020603050405020304" pitchFamily="18" charset="0"/>
              <a:cs typeface="Times New Roman" panose="02020603050405020304" pitchFamily="18" charset="0"/>
            </a:rPr>
            <a:t>in sectors that were traditionally dominated by men.</a:t>
          </a:r>
          <a:endParaRPr lang="en-US" sz="2000" b="1" dirty="0"/>
        </a:p>
      </dgm:t>
    </dgm:pt>
    <dgm:pt modelId="{EB9007AF-565B-473A-9207-BA9548CECFF4}" type="parTrans" cxnId="{E104E1F1-01CF-4495-B730-A946D9114D7C}">
      <dgm:prSet/>
      <dgm:spPr/>
      <dgm:t>
        <a:bodyPr/>
        <a:lstStyle/>
        <a:p>
          <a:endParaRPr lang="en-US" sz="2000"/>
        </a:p>
      </dgm:t>
    </dgm:pt>
    <dgm:pt modelId="{07704A0A-37A2-4C0D-A395-34ADF59553AD}" type="sibTrans" cxnId="{E104E1F1-01CF-4495-B730-A946D9114D7C}">
      <dgm:prSet/>
      <dgm:spPr/>
      <dgm:t>
        <a:bodyPr/>
        <a:lstStyle/>
        <a:p>
          <a:endParaRPr lang="en-US" sz="2000"/>
        </a:p>
      </dgm:t>
    </dgm:pt>
    <dgm:pt modelId="{288DFB90-1376-4441-95FF-44142DA5636B}">
      <dgm:prSet custT="1"/>
      <dgm:spPr>
        <a:solidFill>
          <a:schemeClr val="accent1">
            <a:lumMod val="40000"/>
            <a:lumOff val="60000"/>
          </a:schemeClr>
        </a:solidFill>
      </dgm:spPr>
      <dgm:t>
        <a:bodyPr/>
        <a:lstStyle/>
        <a:p>
          <a:r>
            <a:rPr lang="en-US" sz="2000" dirty="0" smtClean="0">
              <a:latin typeface="Times New Roman" panose="02020603050405020304" pitchFamily="18" charset="0"/>
              <a:cs typeface="Times New Roman" panose="02020603050405020304" pitchFamily="18" charset="0"/>
            </a:rPr>
            <a:t>The feminization of poverty means that </a:t>
          </a:r>
          <a:r>
            <a:rPr lang="en-US" sz="2000" b="1" dirty="0" smtClean="0">
              <a:latin typeface="Times New Roman" panose="02020603050405020304" pitchFamily="18" charset="0"/>
              <a:cs typeface="Times New Roman" panose="02020603050405020304" pitchFamily="18" charset="0"/>
            </a:rPr>
            <a:t>women are more likely to experience poverty than men.</a:t>
          </a:r>
          <a:endParaRPr lang="en-US" sz="2000" b="1" dirty="0">
            <a:latin typeface="Times New Roman" panose="02020603050405020304" pitchFamily="18" charset="0"/>
            <a:cs typeface="Times New Roman" panose="02020603050405020304" pitchFamily="18" charset="0"/>
          </a:endParaRPr>
        </a:p>
      </dgm:t>
    </dgm:pt>
    <dgm:pt modelId="{F2B57A1E-5565-4C13-8A24-A796A327BE08}" type="parTrans" cxnId="{1702FC1E-FDF4-4EBA-8D5B-5285B1F0FAE0}">
      <dgm:prSet/>
      <dgm:spPr/>
      <dgm:t>
        <a:bodyPr/>
        <a:lstStyle/>
        <a:p>
          <a:endParaRPr lang="en-US" sz="2000"/>
        </a:p>
      </dgm:t>
    </dgm:pt>
    <dgm:pt modelId="{E48E5BF3-3980-4CD6-845F-AB92C3A87B75}" type="sibTrans" cxnId="{1702FC1E-FDF4-4EBA-8D5B-5285B1F0FAE0}">
      <dgm:prSet/>
      <dgm:spPr/>
      <dgm:t>
        <a:bodyPr/>
        <a:lstStyle/>
        <a:p>
          <a:endParaRPr lang="en-US" sz="2000"/>
        </a:p>
      </dgm:t>
    </dgm:pt>
    <dgm:pt modelId="{00DECF24-A960-4EAE-B170-ACB06470193B}">
      <dgm:prSet custT="1"/>
      <dgm:spPr>
        <a:solidFill>
          <a:srgbClr val="FFCCFF"/>
        </a:solidFill>
      </dgm:spPr>
      <dgm:t>
        <a:bodyPr/>
        <a:lstStyle/>
        <a:p>
          <a:r>
            <a:rPr lang="en-US" sz="2000" dirty="0" smtClean="0">
              <a:latin typeface="Times New Roman" panose="02020603050405020304" pitchFamily="18" charset="0"/>
              <a:cs typeface="Times New Roman" panose="02020603050405020304" pitchFamily="18" charset="0"/>
            </a:rPr>
            <a:t>The feminization of education suggests a </a:t>
          </a:r>
          <a:r>
            <a:rPr lang="en-US" sz="2000" b="1" dirty="0" smtClean="0">
              <a:latin typeface="Times New Roman" panose="02020603050405020304" pitchFamily="18" charset="0"/>
              <a:cs typeface="Times New Roman" panose="02020603050405020304" pitchFamily="18" charset="0"/>
            </a:rPr>
            <a:t>school environment </a:t>
          </a:r>
          <a:r>
            <a:rPr lang="en-US" sz="2000" dirty="0" smtClean="0">
              <a:latin typeface="Times New Roman" panose="02020603050405020304" pitchFamily="18" charset="0"/>
              <a:cs typeface="Times New Roman" panose="02020603050405020304" pitchFamily="18" charset="0"/>
            </a:rPr>
            <a:t>(with reference to aspects such as teachers and curriculum) </a:t>
          </a:r>
          <a:r>
            <a:rPr lang="en-US" sz="2000" b="1" dirty="0" smtClean="0">
              <a:latin typeface="Times New Roman" panose="02020603050405020304" pitchFamily="18" charset="0"/>
              <a:cs typeface="Times New Roman" panose="02020603050405020304" pitchFamily="18" charset="0"/>
            </a:rPr>
            <a:t>becoming more focused and oriented towards female students.</a:t>
          </a:r>
          <a:endParaRPr lang="en-US" sz="2000" b="1" dirty="0">
            <a:latin typeface="Times New Roman" panose="02020603050405020304" pitchFamily="18" charset="0"/>
            <a:cs typeface="Times New Roman" panose="02020603050405020304" pitchFamily="18" charset="0"/>
          </a:endParaRPr>
        </a:p>
      </dgm:t>
    </dgm:pt>
    <dgm:pt modelId="{C6833CDA-EF5B-4FBD-AB84-E5B98E24F17E}" type="parTrans" cxnId="{7820BF93-3128-4E1A-9103-F0A0ABF10EF2}">
      <dgm:prSet/>
      <dgm:spPr/>
      <dgm:t>
        <a:bodyPr/>
        <a:lstStyle/>
        <a:p>
          <a:endParaRPr lang="en-US" sz="2000"/>
        </a:p>
      </dgm:t>
    </dgm:pt>
    <dgm:pt modelId="{7B52BD23-DBBC-411B-9E23-39A164ED350A}" type="sibTrans" cxnId="{7820BF93-3128-4E1A-9103-F0A0ABF10EF2}">
      <dgm:prSet/>
      <dgm:spPr/>
      <dgm:t>
        <a:bodyPr/>
        <a:lstStyle/>
        <a:p>
          <a:endParaRPr lang="en-US" sz="2000"/>
        </a:p>
      </dgm:t>
    </dgm:pt>
    <dgm:pt modelId="{01F956EE-F8B5-43E4-BD80-74A2C3778EAE}" type="pres">
      <dgm:prSet presAssocID="{1BC66CF3-738C-43B8-AEBB-826078093EF1}" presName="linear" presStyleCnt="0">
        <dgm:presLayoutVars>
          <dgm:animLvl val="lvl"/>
          <dgm:resizeHandles val="exact"/>
        </dgm:presLayoutVars>
      </dgm:prSet>
      <dgm:spPr/>
      <dgm:t>
        <a:bodyPr/>
        <a:lstStyle/>
        <a:p>
          <a:endParaRPr lang="en-US"/>
        </a:p>
      </dgm:t>
    </dgm:pt>
    <dgm:pt modelId="{7B73845B-01C2-4F5F-BA18-189C23743337}" type="pres">
      <dgm:prSet presAssocID="{9ED05AD0-4F42-4231-866B-4336EA404542}" presName="parentText" presStyleLbl="node1" presStyleIdx="0" presStyleCnt="3">
        <dgm:presLayoutVars>
          <dgm:chMax val="0"/>
          <dgm:bulletEnabled val="1"/>
        </dgm:presLayoutVars>
      </dgm:prSet>
      <dgm:spPr/>
      <dgm:t>
        <a:bodyPr/>
        <a:lstStyle/>
        <a:p>
          <a:endParaRPr lang="en-US"/>
        </a:p>
      </dgm:t>
    </dgm:pt>
    <dgm:pt modelId="{1D8956F4-B9BC-49F1-98AD-1824D7C256E7}" type="pres">
      <dgm:prSet presAssocID="{07704A0A-37A2-4C0D-A395-34ADF59553AD}" presName="spacer" presStyleCnt="0"/>
      <dgm:spPr/>
    </dgm:pt>
    <dgm:pt modelId="{DC31C752-9B27-4F1C-998F-A690A4BD212F}" type="pres">
      <dgm:prSet presAssocID="{288DFB90-1376-4441-95FF-44142DA5636B}" presName="parentText" presStyleLbl="node1" presStyleIdx="1" presStyleCnt="3">
        <dgm:presLayoutVars>
          <dgm:chMax val="0"/>
          <dgm:bulletEnabled val="1"/>
        </dgm:presLayoutVars>
      </dgm:prSet>
      <dgm:spPr/>
      <dgm:t>
        <a:bodyPr/>
        <a:lstStyle/>
        <a:p>
          <a:endParaRPr lang="en-US"/>
        </a:p>
      </dgm:t>
    </dgm:pt>
    <dgm:pt modelId="{452D50E4-55F7-4854-9CDE-E5AA7D390A0E}" type="pres">
      <dgm:prSet presAssocID="{E48E5BF3-3980-4CD6-845F-AB92C3A87B75}" presName="spacer" presStyleCnt="0"/>
      <dgm:spPr/>
    </dgm:pt>
    <dgm:pt modelId="{75B5632B-766C-4AE3-A1A7-6857B79C4A09}" type="pres">
      <dgm:prSet presAssocID="{00DECF24-A960-4EAE-B170-ACB06470193B}" presName="parentText" presStyleLbl="node1" presStyleIdx="2" presStyleCnt="3">
        <dgm:presLayoutVars>
          <dgm:chMax val="0"/>
          <dgm:bulletEnabled val="1"/>
        </dgm:presLayoutVars>
      </dgm:prSet>
      <dgm:spPr/>
      <dgm:t>
        <a:bodyPr/>
        <a:lstStyle/>
        <a:p>
          <a:endParaRPr lang="en-US"/>
        </a:p>
      </dgm:t>
    </dgm:pt>
  </dgm:ptLst>
  <dgm:cxnLst>
    <dgm:cxn modelId="{998FBD8F-D95A-4A9D-8A6C-3C334865C1A0}" type="presOf" srcId="{00DECF24-A960-4EAE-B170-ACB06470193B}" destId="{75B5632B-766C-4AE3-A1A7-6857B79C4A09}" srcOrd="0" destOrd="0" presId="urn:microsoft.com/office/officeart/2005/8/layout/vList2"/>
    <dgm:cxn modelId="{E104E1F1-01CF-4495-B730-A946D9114D7C}" srcId="{1BC66CF3-738C-43B8-AEBB-826078093EF1}" destId="{9ED05AD0-4F42-4231-866B-4336EA404542}" srcOrd="0" destOrd="0" parTransId="{EB9007AF-565B-473A-9207-BA9548CECFF4}" sibTransId="{07704A0A-37A2-4C0D-A395-34ADF59553AD}"/>
    <dgm:cxn modelId="{1702FC1E-FDF4-4EBA-8D5B-5285B1F0FAE0}" srcId="{1BC66CF3-738C-43B8-AEBB-826078093EF1}" destId="{288DFB90-1376-4441-95FF-44142DA5636B}" srcOrd="1" destOrd="0" parTransId="{F2B57A1E-5565-4C13-8A24-A796A327BE08}" sibTransId="{E48E5BF3-3980-4CD6-845F-AB92C3A87B75}"/>
    <dgm:cxn modelId="{486701AF-99D0-4FA8-B674-F4372563C75B}" type="presOf" srcId="{288DFB90-1376-4441-95FF-44142DA5636B}" destId="{DC31C752-9B27-4F1C-998F-A690A4BD212F}" srcOrd="0" destOrd="0" presId="urn:microsoft.com/office/officeart/2005/8/layout/vList2"/>
    <dgm:cxn modelId="{C495E98E-6C89-46B7-9482-DB060E64920D}" type="presOf" srcId="{9ED05AD0-4F42-4231-866B-4336EA404542}" destId="{7B73845B-01C2-4F5F-BA18-189C23743337}" srcOrd="0" destOrd="0" presId="urn:microsoft.com/office/officeart/2005/8/layout/vList2"/>
    <dgm:cxn modelId="{F1A27C38-317E-4077-829E-990D5F329970}" type="presOf" srcId="{1BC66CF3-738C-43B8-AEBB-826078093EF1}" destId="{01F956EE-F8B5-43E4-BD80-74A2C3778EAE}" srcOrd="0" destOrd="0" presId="urn:microsoft.com/office/officeart/2005/8/layout/vList2"/>
    <dgm:cxn modelId="{7820BF93-3128-4E1A-9103-F0A0ABF10EF2}" srcId="{1BC66CF3-738C-43B8-AEBB-826078093EF1}" destId="{00DECF24-A960-4EAE-B170-ACB06470193B}" srcOrd="2" destOrd="0" parTransId="{C6833CDA-EF5B-4FBD-AB84-E5B98E24F17E}" sibTransId="{7B52BD23-DBBC-411B-9E23-39A164ED350A}"/>
    <dgm:cxn modelId="{4BF55EDC-EE31-4C35-9736-7FB84BDE989C}" type="presParOf" srcId="{01F956EE-F8B5-43E4-BD80-74A2C3778EAE}" destId="{7B73845B-01C2-4F5F-BA18-189C23743337}" srcOrd="0" destOrd="0" presId="urn:microsoft.com/office/officeart/2005/8/layout/vList2"/>
    <dgm:cxn modelId="{5C257CFE-656A-45A8-B7F9-A6A9DA5629E0}" type="presParOf" srcId="{01F956EE-F8B5-43E4-BD80-74A2C3778EAE}" destId="{1D8956F4-B9BC-49F1-98AD-1824D7C256E7}" srcOrd="1" destOrd="0" presId="urn:microsoft.com/office/officeart/2005/8/layout/vList2"/>
    <dgm:cxn modelId="{ABF6CAD7-3E6D-4C1E-B306-FB3C30F9BCC9}" type="presParOf" srcId="{01F956EE-F8B5-43E4-BD80-74A2C3778EAE}" destId="{DC31C752-9B27-4F1C-998F-A690A4BD212F}" srcOrd="2" destOrd="0" presId="urn:microsoft.com/office/officeart/2005/8/layout/vList2"/>
    <dgm:cxn modelId="{328A7D0E-1D10-42FE-9F2C-84FE30F8E294}" type="presParOf" srcId="{01F956EE-F8B5-43E4-BD80-74A2C3778EAE}" destId="{452D50E4-55F7-4854-9CDE-E5AA7D390A0E}" srcOrd="3" destOrd="0" presId="urn:microsoft.com/office/officeart/2005/8/layout/vList2"/>
    <dgm:cxn modelId="{0BC2C121-6694-4565-8443-CD1E16B5535C}" type="presParOf" srcId="{01F956EE-F8B5-43E4-BD80-74A2C3778EAE}" destId="{75B5632B-766C-4AE3-A1A7-6857B79C4A09}" srcOrd="4"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3EDED33-D26B-4A52-AF05-B735217EC98B}"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9702F47-62B2-402A-B378-161561082C36}">
      <dgm:prSet custT="1"/>
      <dgm:spPr/>
      <dgm:t>
        <a:bodyPr/>
        <a:lstStyle/>
        <a:p>
          <a:r>
            <a:rPr lang="en-US" sz="1700" dirty="0" smtClean="0">
              <a:solidFill>
                <a:schemeClr val="tx1"/>
              </a:solidFill>
              <a:latin typeface="Times New Roman" panose="02020603050405020304" pitchFamily="18" charset="0"/>
              <a:cs typeface="Times New Roman" panose="02020603050405020304" pitchFamily="18" charset="0"/>
            </a:rPr>
            <a:t>Liberal feminism is a key feminist theory, sometimes </a:t>
          </a:r>
          <a:r>
            <a:rPr lang="en-US" sz="1700" b="1" dirty="0" smtClean="0">
              <a:solidFill>
                <a:schemeClr val="tx1"/>
              </a:solidFill>
              <a:latin typeface="Times New Roman" panose="02020603050405020304" pitchFamily="18" charset="0"/>
              <a:cs typeface="Times New Roman" panose="02020603050405020304" pitchFamily="18" charset="0"/>
            </a:rPr>
            <a:t>known as mainstream feminism</a:t>
          </a:r>
          <a:r>
            <a:rPr lang="en-US" sz="1700" dirty="0" smtClean="0">
              <a:solidFill>
                <a:schemeClr val="tx1"/>
              </a:solidFill>
              <a:latin typeface="Times New Roman" panose="02020603050405020304" pitchFamily="18" charset="0"/>
              <a:cs typeface="Times New Roman" panose="02020603050405020304" pitchFamily="18" charset="0"/>
            </a:rPr>
            <a:t>. Liberal feminism seeks to </a:t>
          </a:r>
          <a:r>
            <a:rPr lang="en-US" sz="1700" b="1" dirty="0" smtClean="0">
              <a:solidFill>
                <a:schemeClr val="tx1"/>
              </a:solidFill>
              <a:latin typeface="Times New Roman" panose="02020603050405020304" pitchFamily="18" charset="0"/>
              <a:cs typeface="Times New Roman" panose="02020603050405020304" pitchFamily="18" charset="0"/>
            </a:rPr>
            <a:t>achieve gender equality in the public sphere</a:t>
          </a:r>
          <a:r>
            <a:rPr lang="en-US" sz="1700" dirty="0" smtClean="0">
              <a:solidFill>
                <a:schemeClr val="tx1"/>
              </a:solidFill>
              <a:latin typeface="Times New Roman" panose="02020603050405020304" pitchFamily="18" charset="0"/>
              <a:cs typeface="Times New Roman" panose="02020603050405020304" pitchFamily="18" charset="0"/>
            </a:rPr>
            <a:t>. It seeks to improve women's positions within existing structures and spheres of society, such as </a:t>
          </a:r>
          <a:r>
            <a:rPr lang="en-US" sz="1700" b="1" dirty="0" smtClean="0">
              <a:solidFill>
                <a:schemeClr val="tx1"/>
              </a:solidFill>
              <a:latin typeface="Times New Roman" panose="02020603050405020304" pitchFamily="18" charset="0"/>
              <a:cs typeface="Times New Roman" panose="02020603050405020304" pitchFamily="18" charset="0"/>
            </a:rPr>
            <a:t>equal education and job opportunities, equal pay, freedom from discrimination, and bodily autonomy.</a:t>
          </a:r>
          <a:endParaRPr lang="en-US" sz="1700" b="1" dirty="0">
            <a:solidFill>
              <a:schemeClr val="tx1"/>
            </a:solidFill>
            <a:latin typeface="Times New Roman" panose="02020603050405020304" pitchFamily="18" charset="0"/>
            <a:cs typeface="Times New Roman" panose="02020603050405020304" pitchFamily="18" charset="0"/>
          </a:endParaRPr>
        </a:p>
      </dgm:t>
    </dgm:pt>
    <dgm:pt modelId="{5468DF84-3A11-4B2A-A138-D6DE3C3D6B59}" type="parTrans" cxnId="{B1F2C33D-5638-47A8-BBD1-B1A7B0C5CC2E}">
      <dgm:prSet/>
      <dgm:spPr/>
      <dgm:t>
        <a:bodyPr/>
        <a:lstStyle/>
        <a:p>
          <a:endParaRPr lang="en-US" sz="1700">
            <a:solidFill>
              <a:schemeClr val="tx1"/>
            </a:solidFill>
            <a:latin typeface="Times New Roman" panose="02020603050405020304" pitchFamily="18" charset="0"/>
            <a:cs typeface="Times New Roman" panose="02020603050405020304" pitchFamily="18" charset="0"/>
          </a:endParaRPr>
        </a:p>
      </dgm:t>
    </dgm:pt>
    <dgm:pt modelId="{CA88C544-D21F-46D7-82CE-BE8D8CE5D196}" type="sibTrans" cxnId="{B1F2C33D-5638-47A8-BBD1-B1A7B0C5CC2E}">
      <dgm:prSet/>
      <dgm:spPr/>
      <dgm:t>
        <a:bodyPr/>
        <a:lstStyle/>
        <a:p>
          <a:endParaRPr lang="en-US" sz="1700">
            <a:solidFill>
              <a:schemeClr val="tx1"/>
            </a:solidFill>
            <a:latin typeface="Times New Roman" panose="02020603050405020304" pitchFamily="18" charset="0"/>
            <a:cs typeface="Times New Roman" panose="02020603050405020304" pitchFamily="18" charset="0"/>
          </a:endParaRPr>
        </a:p>
      </dgm:t>
    </dgm:pt>
    <dgm:pt modelId="{CC315030-9CDE-4FCD-B6BE-A2FDBF552A18}">
      <dgm:prSet custT="1"/>
      <dgm:spPr/>
      <dgm:t>
        <a:bodyPr/>
        <a:lstStyle/>
        <a:p>
          <a:r>
            <a:rPr lang="en-US" sz="1700" dirty="0" smtClean="0">
              <a:solidFill>
                <a:schemeClr val="tx1"/>
              </a:solidFill>
              <a:latin typeface="Times New Roman" panose="02020603050405020304" pitchFamily="18" charset="0"/>
              <a:cs typeface="Times New Roman" panose="02020603050405020304" pitchFamily="18" charset="0"/>
            </a:rPr>
            <a:t>Liberal feminists believe that </a:t>
          </a:r>
          <a:r>
            <a:rPr lang="en-US" sz="1700" b="1" dirty="0" smtClean="0">
              <a:solidFill>
                <a:schemeClr val="tx1"/>
              </a:solidFill>
              <a:latin typeface="Times New Roman" panose="02020603050405020304" pitchFamily="18" charset="0"/>
              <a:cs typeface="Times New Roman" panose="02020603050405020304" pitchFamily="18" charset="0"/>
            </a:rPr>
            <a:t>women want the same things that men do</a:t>
          </a:r>
          <a:r>
            <a:rPr lang="en-US" sz="1700" dirty="0" smtClean="0">
              <a:solidFill>
                <a:schemeClr val="tx1"/>
              </a:solidFill>
              <a:latin typeface="Times New Roman" panose="02020603050405020304" pitchFamily="18" charset="0"/>
              <a:cs typeface="Times New Roman" panose="02020603050405020304" pitchFamily="18" charset="0"/>
            </a:rPr>
            <a:t>: receive a good education, work, and earn a decent, fair living. They believe that change is possible through legal and social campaigns and changes.</a:t>
          </a:r>
          <a:endParaRPr lang="en-US" sz="1700" dirty="0">
            <a:solidFill>
              <a:schemeClr val="tx1"/>
            </a:solidFill>
            <a:latin typeface="Times New Roman" panose="02020603050405020304" pitchFamily="18" charset="0"/>
            <a:cs typeface="Times New Roman" panose="02020603050405020304" pitchFamily="18" charset="0"/>
          </a:endParaRPr>
        </a:p>
      </dgm:t>
    </dgm:pt>
    <dgm:pt modelId="{4B8D466C-436B-4191-A901-A2D9E7BB1538}" type="parTrans" cxnId="{0862B0EE-586E-4924-8C87-2BAD2DF6277B}">
      <dgm:prSet/>
      <dgm:spPr/>
      <dgm:t>
        <a:bodyPr/>
        <a:lstStyle/>
        <a:p>
          <a:endParaRPr lang="en-US" sz="1700">
            <a:solidFill>
              <a:schemeClr val="tx1"/>
            </a:solidFill>
            <a:latin typeface="Times New Roman" panose="02020603050405020304" pitchFamily="18" charset="0"/>
            <a:cs typeface="Times New Roman" panose="02020603050405020304" pitchFamily="18" charset="0"/>
          </a:endParaRPr>
        </a:p>
      </dgm:t>
    </dgm:pt>
    <dgm:pt modelId="{748F5EA7-29EE-4E24-8D4D-45DA300A4615}" type="sibTrans" cxnId="{0862B0EE-586E-4924-8C87-2BAD2DF6277B}">
      <dgm:prSet/>
      <dgm:spPr/>
      <dgm:t>
        <a:bodyPr/>
        <a:lstStyle/>
        <a:p>
          <a:endParaRPr lang="en-US" sz="1700">
            <a:solidFill>
              <a:schemeClr val="tx1"/>
            </a:solidFill>
            <a:latin typeface="Times New Roman" panose="02020603050405020304" pitchFamily="18" charset="0"/>
            <a:cs typeface="Times New Roman" panose="02020603050405020304" pitchFamily="18" charset="0"/>
          </a:endParaRPr>
        </a:p>
      </dgm:t>
    </dgm:pt>
    <dgm:pt modelId="{6E714FDB-847F-46C8-BFC9-BE4305CE9FE2}" type="pres">
      <dgm:prSet presAssocID="{B3EDED33-D26B-4A52-AF05-B735217EC98B}" presName="vert0" presStyleCnt="0">
        <dgm:presLayoutVars>
          <dgm:dir/>
          <dgm:animOne val="branch"/>
          <dgm:animLvl val="lvl"/>
        </dgm:presLayoutVars>
      </dgm:prSet>
      <dgm:spPr/>
      <dgm:t>
        <a:bodyPr/>
        <a:lstStyle/>
        <a:p>
          <a:endParaRPr lang="en-US"/>
        </a:p>
      </dgm:t>
    </dgm:pt>
    <dgm:pt modelId="{FEB5B389-B2C8-4D71-B173-A075589C0086}" type="pres">
      <dgm:prSet presAssocID="{D9702F47-62B2-402A-B378-161561082C36}" presName="thickLine" presStyleLbl="alignNode1" presStyleIdx="0" presStyleCnt="2"/>
      <dgm:spPr/>
    </dgm:pt>
    <dgm:pt modelId="{4E93128A-CFD2-4725-BB1A-1DD9E3CAB904}" type="pres">
      <dgm:prSet presAssocID="{D9702F47-62B2-402A-B378-161561082C36}" presName="horz1" presStyleCnt="0"/>
      <dgm:spPr/>
    </dgm:pt>
    <dgm:pt modelId="{FC25E8B1-E7D5-4583-A219-DC00ACF2FBFF}" type="pres">
      <dgm:prSet presAssocID="{D9702F47-62B2-402A-B378-161561082C36}" presName="tx1" presStyleLbl="revTx" presStyleIdx="0" presStyleCnt="2"/>
      <dgm:spPr/>
      <dgm:t>
        <a:bodyPr/>
        <a:lstStyle/>
        <a:p>
          <a:endParaRPr lang="en-US"/>
        </a:p>
      </dgm:t>
    </dgm:pt>
    <dgm:pt modelId="{B2AA61B4-946A-41A1-8AC4-E846291C3B43}" type="pres">
      <dgm:prSet presAssocID="{D9702F47-62B2-402A-B378-161561082C36}" presName="vert1" presStyleCnt="0"/>
      <dgm:spPr/>
    </dgm:pt>
    <dgm:pt modelId="{B53C8359-5EF4-41DC-9D51-EEE296920E44}" type="pres">
      <dgm:prSet presAssocID="{CC315030-9CDE-4FCD-B6BE-A2FDBF552A18}" presName="thickLine" presStyleLbl="alignNode1" presStyleIdx="1" presStyleCnt="2"/>
      <dgm:spPr/>
    </dgm:pt>
    <dgm:pt modelId="{27F41E51-5EBA-48C7-B23A-181FDEC1C059}" type="pres">
      <dgm:prSet presAssocID="{CC315030-9CDE-4FCD-B6BE-A2FDBF552A18}" presName="horz1" presStyleCnt="0"/>
      <dgm:spPr/>
    </dgm:pt>
    <dgm:pt modelId="{603C903A-9C5C-46A7-A3FF-BAB4DC73E711}" type="pres">
      <dgm:prSet presAssocID="{CC315030-9CDE-4FCD-B6BE-A2FDBF552A18}" presName="tx1" presStyleLbl="revTx" presStyleIdx="1" presStyleCnt="2"/>
      <dgm:spPr/>
      <dgm:t>
        <a:bodyPr/>
        <a:lstStyle/>
        <a:p>
          <a:endParaRPr lang="en-US"/>
        </a:p>
      </dgm:t>
    </dgm:pt>
    <dgm:pt modelId="{622AB9DF-5046-487F-90D4-72BCF97C5D43}" type="pres">
      <dgm:prSet presAssocID="{CC315030-9CDE-4FCD-B6BE-A2FDBF552A18}" presName="vert1" presStyleCnt="0"/>
      <dgm:spPr/>
    </dgm:pt>
  </dgm:ptLst>
  <dgm:cxnLst>
    <dgm:cxn modelId="{B1F2C33D-5638-47A8-BBD1-B1A7B0C5CC2E}" srcId="{B3EDED33-D26B-4A52-AF05-B735217EC98B}" destId="{D9702F47-62B2-402A-B378-161561082C36}" srcOrd="0" destOrd="0" parTransId="{5468DF84-3A11-4B2A-A138-D6DE3C3D6B59}" sibTransId="{CA88C544-D21F-46D7-82CE-BE8D8CE5D196}"/>
    <dgm:cxn modelId="{B4872471-1453-4DB7-B14B-1D28A280AEA0}" type="presOf" srcId="{CC315030-9CDE-4FCD-B6BE-A2FDBF552A18}" destId="{603C903A-9C5C-46A7-A3FF-BAB4DC73E711}" srcOrd="0" destOrd="0" presId="urn:microsoft.com/office/officeart/2008/layout/LinedList"/>
    <dgm:cxn modelId="{C0B2A1B4-7428-46ED-A179-DE9DE5DCF976}" type="presOf" srcId="{B3EDED33-D26B-4A52-AF05-B735217EC98B}" destId="{6E714FDB-847F-46C8-BFC9-BE4305CE9FE2}" srcOrd="0" destOrd="0" presId="urn:microsoft.com/office/officeart/2008/layout/LinedList"/>
    <dgm:cxn modelId="{E87F4A39-6C3A-481E-AB08-A02B86FB3BAB}" type="presOf" srcId="{D9702F47-62B2-402A-B378-161561082C36}" destId="{FC25E8B1-E7D5-4583-A219-DC00ACF2FBFF}" srcOrd="0" destOrd="0" presId="urn:microsoft.com/office/officeart/2008/layout/LinedList"/>
    <dgm:cxn modelId="{0862B0EE-586E-4924-8C87-2BAD2DF6277B}" srcId="{B3EDED33-D26B-4A52-AF05-B735217EC98B}" destId="{CC315030-9CDE-4FCD-B6BE-A2FDBF552A18}" srcOrd="1" destOrd="0" parTransId="{4B8D466C-436B-4191-A901-A2D9E7BB1538}" sibTransId="{748F5EA7-29EE-4E24-8D4D-45DA300A4615}"/>
    <dgm:cxn modelId="{A2E65761-3A3A-4313-8259-50A50FEA648B}" type="presParOf" srcId="{6E714FDB-847F-46C8-BFC9-BE4305CE9FE2}" destId="{FEB5B389-B2C8-4D71-B173-A075589C0086}" srcOrd="0" destOrd="0" presId="urn:microsoft.com/office/officeart/2008/layout/LinedList"/>
    <dgm:cxn modelId="{17022713-0907-4277-9CF6-0A239384308E}" type="presParOf" srcId="{6E714FDB-847F-46C8-BFC9-BE4305CE9FE2}" destId="{4E93128A-CFD2-4725-BB1A-1DD9E3CAB904}" srcOrd="1" destOrd="0" presId="urn:microsoft.com/office/officeart/2008/layout/LinedList"/>
    <dgm:cxn modelId="{56FA01BB-0E72-459A-87ED-0658D86A051F}" type="presParOf" srcId="{4E93128A-CFD2-4725-BB1A-1DD9E3CAB904}" destId="{FC25E8B1-E7D5-4583-A219-DC00ACF2FBFF}" srcOrd="0" destOrd="0" presId="urn:microsoft.com/office/officeart/2008/layout/LinedList"/>
    <dgm:cxn modelId="{04803FFB-99D7-4740-A334-C0ACC6673BE6}" type="presParOf" srcId="{4E93128A-CFD2-4725-BB1A-1DD9E3CAB904}" destId="{B2AA61B4-946A-41A1-8AC4-E846291C3B43}" srcOrd="1" destOrd="0" presId="urn:microsoft.com/office/officeart/2008/layout/LinedList"/>
    <dgm:cxn modelId="{F9ECECA2-F72F-4C8C-988E-D19101F934CB}" type="presParOf" srcId="{6E714FDB-847F-46C8-BFC9-BE4305CE9FE2}" destId="{B53C8359-5EF4-41DC-9D51-EEE296920E44}" srcOrd="2" destOrd="0" presId="urn:microsoft.com/office/officeart/2008/layout/LinedList"/>
    <dgm:cxn modelId="{E5E2E5FD-1E04-462A-B55C-15457E64A6A3}" type="presParOf" srcId="{6E714FDB-847F-46C8-BFC9-BE4305CE9FE2}" destId="{27F41E51-5EBA-48C7-B23A-181FDEC1C059}" srcOrd="3" destOrd="0" presId="urn:microsoft.com/office/officeart/2008/layout/LinedList"/>
    <dgm:cxn modelId="{7F9B8B60-7E22-497A-9D4E-8F9C24329776}" type="presParOf" srcId="{27F41E51-5EBA-48C7-B23A-181FDEC1C059}" destId="{603C903A-9C5C-46A7-A3FF-BAB4DC73E711}" srcOrd="0" destOrd="0" presId="urn:microsoft.com/office/officeart/2008/layout/LinedList"/>
    <dgm:cxn modelId="{3F9BAB13-887E-4B1E-AA42-0ED61548D487}" type="presParOf" srcId="{27F41E51-5EBA-48C7-B23A-181FDEC1C059}" destId="{622AB9DF-5046-487F-90D4-72BCF97C5D4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DDA9354-F1D4-4971-9311-F9E6A01D7EC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763605E-48F2-45D1-AFF9-FDB900953748}">
      <dgm:prSet phldrT="[Text]"/>
      <dgm:spPr>
        <a:solidFill>
          <a:srgbClr val="BC1041"/>
        </a:solidFill>
      </dgm:spPr>
      <dgm:t>
        <a:bodyPr/>
        <a:lstStyle/>
        <a:p>
          <a:pPr algn="ctr"/>
          <a:r>
            <a:rPr lang="en-US" b="1" dirty="0" smtClean="0">
              <a:solidFill>
                <a:schemeClr val="bg1"/>
              </a:solidFill>
              <a:latin typeface="Times New Roman" panose="02020603050405020304" pitchFamily="18" charset="0"/>
              <a:cs typeface="Times New Roman" panose="02020603050405020304" pitchFamily="18" charset="0"/>
            </a:rPr>
            <a:t>Liberal feminism in Sociology</a:t>
          </a:r>
          <a:endParaRPr lang="en-US" dirty="0">
            <a:solidFill>
              <a:schemeClr val="bg1"/>
            </a:solidFill>
          </a:endParaRPr>
        </a:p>
      </dgm:t>
    </dgm:pt>
    <dgm:pt modelId="{AA3887E1-5A88-47DC-8EE6-EAAD9283470F}" type="parTrans" cxnId="{2911AC25-80C7-42A9-87F4-432490BFB8F3}">
      <dgm:prSet/>
      <dgm:spPr/>
      <dgm:t>
        <a:bodyPr/>
        <a:lstStyle/>
        <a:p>
          <a:endParaRPr lang="en-US"/>
        </a:p>
      </dgm:t>
    </dgm:pt>
    <dgm:pt modelId="{66000FC3-4D71-470E-806D-AE9F379ED50A}" type="sibTrans" cxnId="{2911AC25-80C7-42A9-87F4-432490BFB8F3}">
      <dgm:prSet/>
      <dgm:spPr/>
      <dgm:t>
        <a:bodyPr/>
        <a:lstStyle/>
        <a:p>
          <a:endParaRPr lang="en-US"/>
        </a:p>
      </dgm:t>
    </dgm:pt>
    <dgm:pt modelId="{2B44CD0C-5BBA-4872-BD99-4878E7D526E7}" type="pres">
      <dgm:prSet presAssocID="{2DDA9354-F1D4-4971-9311-F9E6A01D7ECE}" presName="linear" presStyleCnt="0">
        <dgm:presLayoutVars>
          <dgm:animLvl val="lvl"/>
          <dgm:resizeHandles val="exact"/>
        </dgm:presLayoutVars>
      </dgm:prSet>
      <dgm:spPr/>
      <dgm:t>
        <a:bodyPr/>
        <a:lstStyle/>
        <a:p>
          <a:endParaRPr lang="en-US"/>
        </a:p>
      </dgm:t>
    </dgm:pt>
    <dgm:pt modelId="{2F3E8C96-0B38-4A0F-94AB-B29AE6B098F5}" type="pres">
      <dgm:prSet presAssocID="{D763605E-48F2-45D1-AFF9-FDB900953748}" presName="parentText" presStyleLbl="node1" presStyleIdx="0" presStyleCnt="1">
        <dgm:presLayoutVars>
          <dgm:chMax val="0"/>
          <dgm:bulletEnabled val="1"/>
        </dgm:presLayoutVars>
      </dgm:prSet>
      <dgm:spPr/>
      <dgm:t>
        <a:bodyPr/>
        <a:lstStyle/>
        <a:p>
          <a:endParaRPr lang="en-US"/>
        </a:p>
      </dgm:t>
    </dgm:pt>
  </dgm:ptLst>
  <dgm:cxnLst>
    <dgm:cxn modelId="{3C8EB2A9-530F-43D4-B6FC-49904F278664}" type="presOf" srcId="{D763605E-48F2-45D1-AFF9-FDB900953748}" destId="{2F3E8C96-0B38-4A0F-94AB-B29AE6B098F5}" srcOrd="0" destOrd="0" presId="urn:microsoft.com/office/officeart/2005/8/layout/vList2"/>
    <dgm:cxn modelId="{FFE3E236-BA9B-41D9-BC20-48C5F4B5BDAC}" type="presOf" srcId="{2DDA9354-F1D4-4971-9311-F9E6A01D7ECE}" destId="{2B44CD0C-5BBA-4872-BD99-4878E7D526E7}" srcOrd="0" destOrd="0" presId="urn:microsoft.com/office/officeart/2005/8/layout/vList2"/>
    <dgm:cxn modelId="{2911AC25-80C7-42A9-87F4-432490BFB8F3}" srcId="{2DDA9354-F1D4-4971-9311-F9E6A01D7ECE}" destId="{D763605E-48F2-45D1-AFF9-FDB900953748}" srcOrd="0" destOrd="0" parTransId="{AA3887E1-5A88-47DC-8EE6-EAAD9283470F}" sibTransId="{66000FC3-4D71-470E-806D-AE9F379ED50A}"/>
    <dgm:cxn modelId="{A4A4BE86-CED1-4062-B624-00148D28F870}" type="presParOf" srcId="{2B44CD0C-5BBA-4872-BD99-4878E7D526E7}" destId="{2F3E8C96-0B38-4A0F-94AB-B29AE6B098F5}" srcOrd="0" destOrd="0" presId="urn:microsoft.com/office/officeart/2005/8/layout/vList2"/>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836BC10-60CB-488C-8105-19B67B240B7C}"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264B2FA1-2DFB-4EA7-BA2C-B7CAECB55F3F}">
      <dgm:prSet custT="1"/>
      <dgm:spPr>
        <a:solidFill>
          <a:srgbClr val="007CD0"/>
        </a:solidFill>
      </dgm:spPr>
      <dgm:t>
        <a:bodyPr/>
        <a:lstStyle/>
        <a:p>
          <a:r>
            <a:rPr lang="en-US" sz="1700" b="1" dirty="0" smtClean="0">
              <a:latin typeface="Times New Roman" panose="02020603050405020304" pitchFamily="18" charset="0"/>
              <a:cs typeface="Times New Roman" panose="02020603050405020304" pitchFamily="18" charset="0"/>
            </a:rPr>
            <a:t>Key aims of liberal feminism</a:t>
          </a:r>
          <a:endParaRPr lang="en-US" sz="1700" dirty="0"/>
        </a:p>
      </dgm:t>
    </dgm:pt>
    <dgm:pt modelId="{13FEFA76-4319-4E38-A4E7-1B56ED621B01}" type="parTrans" cxnId="{B536BE79-5C61-459C-B4AD-6ED0305627E3}">
      <dgm:prSet/>
      <dgm:spPr/>
      <dgm:t>
        <a:bodyPr/>
        <a:lstStyle/>
        <a:p>
          <a:endParaRPr lang="en-US" sz="1700"/>
        </a:p>
      </dgm:t>
    </dgm:pt>
    <dgm:pt modelId="{DFF5DD99-A6A1-4312-AA6C-4F5B0EA7B90E}" type="sibTrans" cxnId="{B536BE79-5C61-459C-B4AD-6ED0305627E3}">
      <dgm:prSet/>
      <dgm:spPr/>
      <dgm:t>
        <a:bodyPr/>
        <a:lstStyle/>
        <a:p>
          <a:endParaRPr lang="en-US" sz="1700"/>
        </a:p>
      </dgm:t>
    </dgm:pt>
    <dgm:pt modelId="{0B0FBE9C-CB54-4BB6-AFAA-056371828157}">
      <dgm:prSet custT="1"/>
      <dgm:spPr/>
      <dgm:t>
        <a:bodyPr/>
        <a:lstStyle/>
        <a:p>
          <a:r>
            <a:rPr lang="en-US" sz="1700" dirty="0" smtClean="0">
              <a:latin typeface="Times New Roman" panose="02020603050405020304" pitchFamily="18" charset="0"/>
              <a:cs typeface="Times New Roman" panose="02020603050405020304" pitchFamily="18" charset="0"/>
            </a:rPr>
            <a:t>Using legal changes to outlaw discrimination against women in public spheres; equal access to education, work, and health.</a:t>
          </a:r>
          <a:endParaRPr lang="en-US" sz="1700" dirty="0">
            <a:latin typeface="Times New Roman" panose="02020603050405020304" pitchFamily="18" charset="0"/>
            <a:cs typeface="Times New Roman" panose="02020603050405020304" pitchFamily="18" charset="0"/>
          </a:endParaRPr>
        </a:p>
      </dgm:t>
    </dgm:pt>
    <dgm:pt modelId="{59A5BD82-44A6-4156-B708-968C4778FBD5}" type="parTrans" cxnId="{D7D5E3E7-E779-482B-86A2-C5F52A8A39A5}">
      <dgm:prSet/>
      <dgm:spPr/>
      <dgm:t>
        <a:bodyPr/>
        <a:lstStyle/>
        <a:p>
          <a:endParaRPr lang="en-US" sz="1700"/>
        </a:p>
      </dgm:t>
    </dgm:pt>
    <dgm:pt modelId="{9C4C1E98-D533-49F7-9197-0BAFD358424D}" type="sibTrans" cxnId="{D7D5E3E7-E779-482B-86A2-C5F52A8A39A5}">
      <dgm:prSet/>
      <dgm:spPr/>
      <dgm:t>
        <a:bodyPr/>
        <a:lstStyle/>
        <a:p>
          <a:endParaRPr lang="en-US" sz="1700"/>
        </a:p>
      </dgm:t>
    </dgm:pt>
    <dgm:pt modelId="{AD5171A8-48C2-4357-AAD9-5A31933C969E}">
      <dgm:prSet custT="1"/>
      <dgm:spPr/>
      <dgm:t>
        <a:bodyPr/>
        <a:lstStyle/>
        <a:p>
          <a:r>
            <a:rPr lang="en-US" sz="1700" dirty="0" smtClean="0">
              <a:latin typeface="Times New Roman" panose="02020603050405020304" pitchFamily="18" charset="0"/>
              <a:cs typeface="Times New Roman" panose="02020603050405020304" pitchFamily="18" charset="0"/>
            </a:rPr>
            <a:t>Working within the existing societal structure to achieve gender equality and to change social attitudes.</a:t>
          </a:r>
          <a:endParaRPr lang="en-US" sz="1700" dirty="0">
            <a:latin typeface="Times New Roman" panose="02020603050405020304" pitchFamily="18" charset="0"/>
            <a:cs typeface="Times New Roman" panose="02020603050405020304" pitchFamily="18" charset="0"/>
          </a:endParaRPr>
        </a:p>
      </dgm:t>
    </dgm:pt>
    <dgm:pt modelId="{8AE2F9E1-EF5D-426B-8E1E-55737B432433}" type="parTrans" cxnId="{81205715-5577-46D6-89CF-606FB5CD69DF}">
      <dgm:prSet/>
      <dgm:spPr/>
      <dgm:t>
        <a:bodyPr/>
        <a:lstStyle/>
        <a:p>
          <a:endParaRPr lang="en-US" sz="1700"/>
        </a:p>
      </dgm:t>
    </dgm:pt>
    <dgm:pt modelId="{C9F013E3-B718-4F0D-A11F-D9E93AC90FD9}" type="sibTrans" cxnId="{81205715-5577-46D6-89CF-606FB5CD69DF}">
      <dgm:prSet/>
      <dgm:spPr/>
      <dgm:t>
        <a:bodyPr/>
        <a:lstStyle/>
        <a:p>
          <a:endParaRPr lang="en-US" sz="1700"/>
        </a:p>
      </dgm:t>
    </dgm:pt>
    <dgm:pt modelId="{5D9FC46F-A4F3-4CE8-B6D6-A57D70D57F17}">
      <dgm:prSet custT="1"/>
      <dgm:spPr/>
      <dgm:t>
        <a:bodyPr/>
        <a:lstStyle/>
        <a:p>
          <a:r>
            <a:rPr lang="en-US" sz="1700" smtClean="0">
              <a:latin typeface="Times New Roman" panose="02020603050405020304" pitchFamily="18" charset="0"/>
              <a:cs typeface="Times New Roman" panose="02020603050405020304" pitchFamily="18" charset="0"/>
            </a:rPr>
            <a:t>Achieving equal status between men and women by enabling the same opportunities for women.</a:t>
          </a:r>
          <a:endParaRPr lang="en-US" sz="1700" b="0" i="0" dirty="0">
            <a:effectLst/>
            <a:latin typeface="Times New Roman" panose="02020603050405020304" pitchFamily="18" charset="0"/>
            <a:cs typeface="Times New Roman" panose="02020603050405020304" pitchFamily="18" charset="0"/>
          </a:endParaRPr>
        </a:p>
      </dgm:t>
    </dgm:pt>
    <dgm:pt modelId="{3CE2DCC2-2951-4704-8CFA-F3EBB86223F1}" type="parTrans" cxnId="{D685EB42-2681-4831-AAA7-9321D7D2BEBC}">
      <dgm:prSet/>
      <dgm:spPr/>
      <dgm:t>
        <a:bodyPr/>
        <a:lstStyle/>
        <a:p>
          <a:endParaRPr lang="en-US" sz="1700"/>
        </a:p>
      </dgm:t>
    </dgm:pt>
    <dgm:pt modelId="{5486FD77-5B8D-4B58-BAD5-FE6803F99AF3}" type="sibTrans" cxnId="{D685EB42-2681-4831-AAA7-9321D7D2BEBC}">
      <dgm:prSet/>
      <dgm:spPr/>
      <dgm:t>
        <a:bodyPr/>
        <a:lstStyle/>
        <a:p>
          <a:endParaRPr lang="en-US" sz="1700"/>
        </a:p>
      </dgm:t>
    </dgm:pt>
    <dgm:pt modelId="{28513F51-B373-4DC1-A0F9-5656979F833C}" type="pres">
      <dgm:prSet presAssocID="{A836BC10-60CB-488C-8105-19B67B240B7C}" presName="linear" presStyleCnt="0">
        <dgm:presLayoutVars>
          <dgm:dir/>
          <dgm:animLvl val="lvl"/>
          <dgm:resizeHandles val="exact"/>
        </dgm:presLayoutVars>
      </dgm:prSet>
      <dgm:spPr/>
      <dgm:t>
        <a:bodyPr/>
        <a:lstStyle/>
        <a:p>
          <a:endParaRPr lang="en-US"/>
        </a:p>
      </dgm:t>
    </dgm:pt>
    <dgm:pt modelId="{E76EB6CD-7DAD-4391-B866-097ADE81DE53}" type="pres">
      <dgm:prSet presAssocID="{264B2FA1-2DFB-4EA7-BA2C-B7CAECB55F3F}" presName="parentLin" presStyleCnt="0"/>
      <dgm:spPr/>
    </dgm:pt>
    <dgm:pt modelId="{21C5AB31-CB41-4570-80EA-4A295EB9B9B4}" type="pres">
      <dgm:prSet presAssocID="{264B2FA1-2DFB-4EA7-BA2C-B7CAECB55F3F}" presName="parentLeftMargin" presStyleLbl="node1" presStyleIdx="0" presStyleCnt="1"/>
      <dgm:spPr/>
      <dgm:t>
        <a:bodyPr/>
        <a:lstStyle/>
        <a:p>
          <a:endParaRPr lang="en-US"/>
        </a:p>
      </dgm:t>
    </dgm:pt>
    <dgm:pt modelId="{1BBDEC9D-516E-4F5D-B89E-F03307A24087}" type="pres">
      <dgm:prSet presAssocID="{264B2FA1-2DFB-4EA7-BA2C-B7CAECB55F3F}" presName="parentText" presStyleLbl="node1" presStyleIdx="0" presStyleCnt="1">
        <dgm:presLayoutVars>
          <dgm:chMax val="0"/>
          <dgm:bulletEnabled val="1"/>
        </dgm:presLayoutVars>
      </dgm:prSet>
      <dgm:spPr/>
      <dgm:t>
        <a:bodyPr/>
        <a:lstStyle/>
        <a:p>
          <a:endParaRPr lang="en-US"/>
        </a:p>
      </dgm:t>
    </dgm:pt>
    <dgm:pt modelId="{BB2D4554-04EA-4A8E-8575-B98210F02470}" type="pres">
      <dgm:prSet presAssocID="{264B2FA1-2DFB-4EA7-BA2C-B7CAECB55F3F}" presName="negativeSpace" presStyleCnt="0"/>
      <dgm:spPr/>
    </dgm:pt>
    <dgm:pt modelId="{0D4F1320-8548-4C1B-8B61-49EC418FF6FC}" type="pres">
      <dgm:prSet presAssocID="{264B2FA1-2DFB-4EA7-BA2C-B7CAECB55F3F}" presName="childText" presStyleLbl="conFgAcc1" presStyleIdx="0" presStyleCnt="1">
        <dgm:presLayoutVars>
          <dgm:bulletEnabled val="1"/>
        </dgm:presLayoutVars>
      </dgm:prSet>
      <dgm:spPr/>
      <dgm:t>
        <a:bodyPr/>
        <a:lstStyle/>
        <a:p>
          <a:endParaRPr lang="en-US"/>
        </a:p>
      </dgm:t>
    </dgm:pt>
  </dgm:ptLst>
  <dgm:cxnLst>
    <dgm:cxn modelId="{D685EB42-2681-4831-AAA7-9321D7D2BEBC}" srcId="{264B2FA1-2DFB-4EA7-BA2C-B7CAECB55F3F}" destId="{5D9FC46F-A4F3-4CE8-B6D6-A57D70D57F17}" srcOrd="2" destOrd="0" parTransId="{3CE2DCC2-2951-4704-8CFA-F3EBB86223F1}" sibTransId="{5486FD77-5B8D-4B58-BAD5-FE6803F99AF3}"/>
    <dgm:cxn modelId="{D42A8E7C-BEBD-4ACF-A6C7-515AAC27FE27}" type="presOf" srcId="{264B2FA1-2DFB-4EA7-BA2C-B7CAECB55F3F}" destId="{1BBDEC9D-516E-4F5D-B89E-F03307A24087}" srcOrd="1" destOrd="0" presId="urn:microsoft.com/office/officeart/2005/8/layout/list1"/>
    <dgm:cxn modelId="{5BB910A7-9671-4268-BF89-D14E3AEA2339}" type="presOf" srcId="{5D9FC46F-A4F3-4CE8-B6D6-A57D70D57F17}" destId="{0D4F1320-8548-4C1B-8B61-49EC418FF6FC}" srcOrd="0" destOrd="2" presId="urn:microsoft.com/office/officeart/2005/8/layout/list1"/>
    <dgm:cxn modelId="{81205715-5577-46D6-89CF-606FB5CD69DF}" srcId="{264B2FA1-2DFB-4EA7-BA2C-B7CAECB55F3F}" destId="{AD5171A8-48C2-4357-AAD9-5A31933C969E}" srcOrd="1" destOrd="0" parTransId="{8AE2F9E1-EF5D-426B-8E1E-55737B432433}" sibTransId="{C9F013E3-B718-4F0D-A11F-D9E93AC90FD9}"/>
    <dgm:cxn modelId="{8AAE1554-3CAE-4189-99DA-2FE7BAA651CA}" type="presOf" srcId="{264B2FA1-2DFB-4EA7-BA2C-B7CAECB55F3F}" destId="{21C5AB31-CB41-4570-80EA-4A295EB9B9B4}" srcOrd="0" destOrd="0" presId="urn:microsoft.com/office/officeart/2005/8/layout/list1"/>
    <dgm:cxn modelId="{AB41423A-6F01-4972-9AB1-347E47AB65F2}" type="presOf" srcId="{0B0FBE9C-CB54-4BB6-AFAA-056371828157}" destId="{0D4F1320-8548-4C1B-8B61-49EC418FF6FC}" srcOrd="0" destOrd="0" presId="urn:microsoft.com/office/officeart/2005/8/layout/list1"/>
    <dgm:cxn modelId="{2E8CBDC4-F378-426D-96BA-1A2A5D673372}" type="presOf" srcId="{A836BC10-60CB-488C-8105-19B67B240B7C}" destId="{28513F51-B373-4DC1-A0F9-5656979F833C}" srcOrd="0" destOrd="0" presId="urn:microsoft.com/office/officeart/2005/8/layout/list1"/>
    <dgm:cxn modelId="{D7D5E3E7-E779-482B-86A2-C5F52A8A39A5}" srcId="{264B2FA1-2DFB-4EA7-BA2C-B7CAECB55F3F}" destId="{0B0FBE9C-CB54-4BB6-AFAA-056371828157}" srcOrd="0" destOrd="0" parTransId="{59A5BD82-44A6-4156-B708-968C4778FBD5}" sibTransId="{9C4C1E98-D533-49F7-9197-0BAFD358424D}"/>
    <dgm:cxn modelId="{B536BE79-5C61-459C-B4AD-6ED0305627E3}" srcId="{A836BC10-60CB-488C-8105-19B67B240B7C}" destId="{264B2FA1-2DFB-4EA7-BA2C-B7CAECB55F3F}" srcOrd="0" destOrd="0" parTransId="{13FEFA76-4319-4E38-A4E7-1B56ED621B01}" sibTransId="{DFF5DD99-A6A1-4312-AA6C-4F5B0EA7B90E}"/>
    <dgm:cxn modelId="{F9427ECD-65DE-42D0-8B05-7D01B63F909D}" type="presOf" srcId="{AD5171A8-48C2-4357-AAD9-5A31933C969E}" destId="{0D4F1320-8548-4C1B-8B61-49EC418FF6FC}" srcOrd="0" destOrd="1" presId="urn:microsoft.com/office/officeart/2005/8/layout/list1"/>
    <dgm:cxn modelId="{D753C0DD-FE3C-4DC5-9ADE-A19A0F7AA64A}" type="presParOf" srcId="{28513F51-B373-4DC1-A0F9-5656979F833C}" destId="{E76EB6CD-7DAD-4391-B866-097ADE81DE53}" srcOrd="0" destOrd="0" presId="urn:microsoft.com/office/officeart/2005/8/layout/list1"/>
    <dgm:cxn modelId="{B7E737E2-37FB-4FBA-8A6E-8A7ACBD8FBF7}" type="presParOf" srcId="{E76EB6CD-7DAD-4391-B866-097ADE81DE53}" destId="{21C5AB31-CB41-4570-80EA-4A295EB9B9B4}" srcOrd="0" destOrd="0" presId="urn:microsoft.com/office/officeart/2005/8/layout/list1"/>
    <dgm:cxn modelId="{0A424308-13EE-4EBF-8122-97FB9516144B}" type="presParOf" srcId="{E76EB6CD-7DAD-4391-B866-097ADE81DE53}" destId="{1BBDEC9D-516E-4F5D-B89E-F03307A24087}" srcOrd="1" destOrd="0" presId="urn:microsoft.com/office/officeart/2005/8/layout/list1"/>
    <dgm:cxn modelId="{D348D538-5D02-4849-B8AF-638AEB83A238}" type="presParOf" srcId="{28513F51-B373-4DC1-A0F9-5656979F833C}" destId="{BB2D4554-04EA-4A8E-8575-B98210F02470}" srcOrd="1" destOrd="0" presId="urn:microsoft.com/office/officeart/2005/8/layout/list1"/>
    <dgm:cxn modelId="{FD0DBC3B-FB6F-4EA1-B4C1-B295F2F13DA5}" type="presParOf" srcId="{28513F51-B373-4DC1-A0F9-5656979F833C}" destId="{0D4F1320-8548-4C1B-8B61-49EC418FF6FC}" srcOrd="2"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548425D9-4747-45AF-8B68-D1E87378811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3020885-36EA-437A-8F64-44606C009485}">
      <dgm:prSet custT="1"/>
      <dgm:spPr/>
      <dgm:t>
        <a:bodyPr/>
        <a:lstStyle/>
        <a:p>
          <a:r>
            <a:rPr lang="en-US" sz="1700" dirty="0" smtClean="0">
              <a:solidFill>
                <a:schemeClr val="tx1"/>
              </a:solidFill>
              <a:latin typeface="Times New Roman" panose="02020603050405020304" pitchFamily="18" charset="0"/>
              <a:cs typeface="Times New Roman" panose="02020603050405020304" pitchFamily="18" charset="0"/>
            </a:rPr>
            <a:t>Marxist feminism is a theory that looks at the </a:t>
          </a:r>
          <a:r>
            <a:rPr lang="en-US" sz="1700" b="1" dirty="0" smtClean="0">
              <a:solidFill>
                <a:schemeClr val="tx1"/>
              </a:solidFill>
              <a:latin typeface="Times New Roman" panose="02020603050405020304" pitchFamily="18" charset="0"/>
              <a:cs typeface="Times New Roman" panose="02020603050405020304" pitchFamily="18" charset="0"/>
            </a:rPr>
            <a:t>combined impact of capitalism and patriarchy, </a:t>
          </a:r>
          <a:r>
            <a:rPr lang="en-US" sz="1700" dirty="0" smtClean="0">
              <a:solidFill>
                <a:schemeClr val="tx1"/>
              </a:solidFill>
              <a:latin typeface="Times New Roman" panose="02020603050405020304" pitchFamily="18" charset="0"/>
              <a:cs typeface="Times New Roman" panose="02020603050405020304" pitchFamily="18" charset="0"/>
            </a:rPr>
            <a:t>specifically </a:t>
          </a:r>
          <a:r>
            <a:rPr lang="en-US" sz="1700" b="1" dirty="0" smtClean="0">
              <a:solidFill>
                <a:schemeClr val="tx1"/>
              </a:solidFill>
              <a:latin typeface="Times New Roman" panose="02020603050405020304" pitchFamily="18" charset="0"/>
              <a:cs typeface="Times New Roman" panose="02020603050405020304" pitchFamily="18" charset="0"/>
            </a:rPr>
            <a:t>on women. </a:t>
          </a:r>
          <a:r>
            <a:rPr lang="en-US" sz="1700" dirty="0" smtClean="0">
              <a:solidFill>
                <a:schemeClr val="tx1"/>
              </a:solidFill>
              <a:latin typeface="Times New Roman" panose="02020603050405020304" pitchFamily="18" charset="0"/>
              <a:cs typeface="Times New Roman" panose="02020603050405020304" pitchFamily="18" charset="0"/>
            </a:rPr>
            <a:t>Marxist feminists argue that class is not solely defined by socioeconomic status and that </a:t>
          </a:r>
          <a:r>
            <a:rPr lang="en-US" sz="1700" b="1" dirty="0" smtClean="0">
              <a:solidFill>
                <a:schemeClr val="tx1"/>
              </a:solidFill>
              <a:latin typeface="Times New Roman" panose="02020603050405020304" pitchFamily="18" charset="0"/>
              <a:cs typeface="Times New Roman" panose="02020603050405020304" pitchFamily="18" charset="0"/>
            </a:rPr>
            <a:t>women are an oppressed class</a:t>
          </a:r>
          <a:r>
            <a:rPr lang="en-US" sz="1700" dirty="0" smtClean="0">
              <a:solidFill>
                <a:schemeClr val="tx1"/>
              </a:solidFill>
              <a:latin typeface="Times New Roman" panose="02020603050405020304" pitchFamily="18" charset="0"/>
              <a:cs typeface="Times New Roman" panose="02020603050405020304" pitchFamily="18" charset="0"/>
            </a:rPr>
            <a:t>. </a:t>
          </a:r>
          <a:endParaRPr lang="en-US" sz="1700" dirty="0">
            <a:solidFill>
              <a:schemeClr val="tx1"/>
            </a:solidFill>
            <a:latin typeface="Times New Roman" panose="02020603050405020304" pitchFamily="18" charset="0"/>
            <a:cs typeface="Times New Roman" panose="02020603050405020304" pitchFamily="18" charset="0"/>
          </a:endParaRPr>
        </a:p>
      </dgm:t>
    </dgm:pt>
    <dgm:pt modelId="{124EB40F-88E2-4021-AF84-9BD46CF24848}" type="parTrans" cxnId="{33CEAE35-9C37-43D1-9EEB-EF137EABCA87}">
      <dgm:prSet/>
      <dgm:spPr/>
      <dgm:t>
        <a:bodyPr/>
        <a:lstStyle/>
        <a:p>
          <a:endParaRPr lang="en-US" sz="1700">
            <a:solidFill>
              <a:schemeClr val="tx1"/>
            </a:solidFill>
            <a:latin typeface="Times New Roman" panose="02020603050405020304" pitchFamily="18" charset="0"/>
            <a:cs typeface="Times New Roman" panose="02020603050405020304" pitchFamily="18" charset="0"/>
          </a:endParaRPr>
        </a:p>
      </dgm:t>
    </dgm:pt>
    <dgm:pt modelId="{04762195-8EC7-472D-8728-85ED8504BEFE}" type="sibTrans" cxnId="{33CEAE35-9C37-43D1-9EEB-EF137EABCA87}">
      <dgm:prSet/>
      <dgm:spPr/>
      <dgm:t>
        <a:bodyPr/>
        <a:lstStyle/>
        <a:p>
          <a:endParaRPr lang="en-US" sz="1700">
            <a:solidFill>
              <a:schemeClr val="tx1"/>
            </a:solidFill>
            <a:latin typeface="Times New Roman" panose="02020603050405020304" pitchFamily="18" charset="0"/>
            <a:cs typeface="Times New Roman" panose="02020603050405020304" pitchFamily="18" charset="0"/>
          </a:endParaRPr>
        </a:p>
      </dgm:t>
    </dgm:pt>
    <dgm:pt modelId="{06507FE5-6980-42F4-8C52-C9F18354C511}">
      <dgm:prSet custT="1"/>
      <dgm:spPr/>
      <dgm:t>
        <a:bodyPr/>
        <a:lstStyle/>
        <a:p>
          <a:r>
            <a:rPr lang="en-US" sz="1700" dirty="0" smtClean="0">
              <a:solidFill>
                <a:schemeClr val="tx1"/>
              </a:solidFill>
              <a:latin typeface="Times New Roman" panose="02020603050405020304" pitchFamily="18" charset="0"/>
              <a:cs typeface="Times New Roman" panose="02020603050405020304" pitchFamily="18" charset="0"/>
            </a:rPr>
            <a:t>This is because the </a:t>
          </a:r>
          <a:r>
            <a:rPr lang="en-US" sz="1700" b="1" dirty="0" smtClean="0">
              <a:solidFill>
                <a:schemeClr val="tx1"/>
              </a:solidFill>
              <a:latin typeface="Times New Roman" panose="02020603050405020304" pitchFamily="18" charset="0"/>
              <a:cs typeface="Times New Roman" panose="02020603050405020304" pitchFamily="18" charset="0"/>
            </a:rPr>
            <a:t>capitalist structure requires the exploitation of women to function. </a:t>
          </a:r>
          <a:r>
            <a:rPr lang="en-US" sz="1700" dirty="0" smtClean="0">
              <a:solidFill>
                <a:schemeClr val="tx1"/>
              </a:solidFill>
              <a:latin typeface="Times New Roman" panose="02020603050405020304" pitchFamily="18" charset="0"/>
              <a:cs typeface="Times New Roman" panose="02020603050405020304" pitchFamily="18" charset="0"/>
            </a:rPr>
            <a:t>As a result, </a:t>
          </a:r>
          <a:r>
            <a:rPr lang="en-US" sz="1700" b="1" dirty="0" smtClean="0">
              <a:solidFill>
                <a:schemeClr val="tx1"/>
              </a:solidFill>
              <a:latin typeface="Times New Roman" panose="02020603050405020304" pitchFamily="18" charset="0"/>
              <a:cs typeface="Times New Roman" panose="02020603050405020304" pitchFamily="18" charset="0"/>
            </a:rPr>
            <a:t>the capitalist structure is also patriarchal, and these two systems doubly oppress women</a:t>
          </a:r>
          <a:r>
            <a:rPr lang="en-US" sz="1700" dirty="0" smtClean="0">
              <a:solidFill>
                <a:schemeClr val="tx1"/>
              </a:solidFill>
              <a:latin typeface="Times New Roman" panose="02020603050405020304" pitchFamily="18" charset="0"/>
              <a:cs typeface="Times New Roman" panose="02020603050405020304" pitchFamily="18" charset="0"/>
            </a:rPr>
            <a:t>. Their three claims are:</a:t>
          </a:r>
          <a:endParaRPr lang="en-US" sz="1700" dirty="0">
            <a:solidFill>
              <a:schemeClr val="tx1"/>
            </a:solidFill>
            <a:latin typeface="Times New Roman" panose="02020603050405020304" pitchFamily="18" charset="0"/>
            <a:cs typeface="Times New Roman" panose="02020603050405020304" pitchFamily="18" charset="0"/>
          </a:endParaRPr>
        </a:p>
      </dgm:t>
    </dgm:pt>
    <dgm:pt modelId="{D2BC0688-2437-4D3B-A09D-C56968B14332}" type="parTrans" cxnId="{EE825870-74B8-4689-8A0B-E6CFAD21747A}">
      <dgm:prSet/>
      <dgm:spPr/>
      <dgm:t>
        <a:bodyPr/>
        <a:lstStyle/>
        <a:p>
          <a:endParaRPr lang="en-US" sz="1700"/>
        </a:p>
      </dgm:t>
    </dgm:pt>
    <dgm:pt modelId="{98CDD4D0-908C-47DF-A813-10324F4D80AA}" type="sibTrans" cxnId="{EE825870-74B8-4689-8A0B-E6CFAD21747A}">
      <dgm:prSet/>
      <dgm:spPr/>
      <dgm:t>
        <a:bodyPr/>
        <a:lstStyle/>
        <a:p>
          <a:endParaRPr lang="en-US" sz="1700"/>
        </a:p>
      </dgm:t>
    </dgm:pt>
    <dgm:pt modelId="{423E9EC7-2270-4455-AB4C-2ED9A63FC370}" type="pres">
      <dgm:prSet presAssocID="{548425D9-4747-45AF-8B68-D1E873788110}" presName="vert0" presStyleCnt="0">
        <dgm:presLayoutVars>
          <dgm:dir/>
          <dgm:animOne val="branch"/>
          <dgm:animLvl val="lvl"/>
        </dgm:presLayoutVars>
      </dgm:prSet>
      <dgm:spPr/>
      <dgm:t>
        <a:bodyPr/>
        <a:lstStyle/>
        <a:p>
          <a:endParaRPr lang="en-US"/>
        </a:p>
      </dgm:t>
    </dgm:pt>
    <dgm:pt modelId="{3B25D5D2-731B-44B8-A8AB-B283A48EA8E2}" type="pres">
      <dgm:prSet presAssocID="{F3020885-36EA-437A-8F64-44606C009485}" presName="thickLine" presStyleLbl="alignNode1" presStyleIdx="0" presStyleCnt="2"/>
      <dgm:spPr/>
    </dgm:pt>
    <dgm:pt modelId="{1322B3CC-3592-4799-96E5-BF8F539B38E5}" type="pres">
      <dgm:prSet presAssocID="{F3020885-36EA-437A-8F64-44606C009485}" presName="horz1" presStyleCnt="0"/>
      <dgm:spPr/>
    </dgm:pt>
    <dgm:pt modelId="{2D17454A-6D4D-49E7-A8E8-462C0A2479B5}" type="pres">
      <dgm:prSet presAssocID="{F3020885-36EA-437A-8F64-44606C009485}" presName="tx1" presStyleLbl="revTx" presStyleIdx="0" presStyleCnt="2"/>
      <dgm:spPr/>
      <dgm:t>
        <a:bodyPr/>
        <a:lstStyle/>
        <a:p>
          <a:endParaRPr lang="en-US"/>
        </a:p>
      </dgm:t>
    </dgm:pt>
    <dgm:pt modelId="{16B33294-3A18-4588-8A00-AFD21BD45C69}" type="pres">
      <dgm:prSet presAssocID="{F3020885-36EA-437A-8F64-44606C009485}" presName="vert1" presStyleCnt="0"/>
      <dgm:spPr/>
    </dgm:pt>
    <dgm:pt modelId="{0107626A-B85D-458E-8B67-7FAF5D623184}" type="pres">
      <dgm:prSet presAssocID="{06507FE5-6980-42F4-8C52-C9F18354C511}" presName="thickLine" presStyleLbl="alignNode1" presStyleIdx="1" presStyleCnt="2"/>
      <dgm:spPr/>
    </dgm:pt>
    <dgm:pt modelId="{F9A93E2C-0F00-4B98-8695-EA40F272C9B3}" type="pres">
      <dgm:prSet presAssocID="{06507FE5-6980-42F4-8C52-C9F18354C511}" presName="horz1" presStyleCnt="0"/>
      <dgm:spPr/>
    </dgm:pt>
    <dgm:pt modelId="{D310627C-766F-44D2-BF84-260295783A45}" type="pres">
      <dgm:prSet presAssocID="{06507FE5-6980-42F4-8C52-C9F18354C511}" presName="tx1" presStyleLbl="revTx" presStyleIdx="1" presStyleCnt="2"/>
      <dgm:spPr/>
      <dgm:t>
        <a:bodyPr/>
        <a:lstStyle/>
        <a:p>
          <a:endParaRPr lang="en-US"/>
        </a:p>
      </dgm:t>
    </dgm:pt>
    <dgm:pt modelId="{72CF1E2B-6D46-415B-8350-64B2A42C5146}" type="pres">
      <dgm:prSet presAssocID="{06507FE5-6980-42F4-8C52-C9F18354C511}" presName="vert1" presStyleCnt="0"/>
      <dgm:spPr/>
    </dgm:pt>
  </dgm:ptLst>
  <dgm:cxnLst>
    <dgm:cxn modelId="{F697620E-E7F9-4DE2-87F0-5DC3EAD4AA48}" type="presOf" srcId="{06507FE5-6980-42F4-8C52-C9F18354C511}" destId="{D310627C-766F-44D2-BF84-260295783A45}" srcOrd="0" destOrd="0" presId="urn:microsoft.com/office/officeart/2008/layout/LinedList"/>
    <dgm:cxn modelId="{BFD8E5B1-1723-4F42-95E9-6F3CB0BC4ABA}" type="presOf" srcId="{F3020885-36EA-437A-8F64-44606C009485}" destId="{2D17454A-6D4D-49E7-A8E8-462C0A2479B5}" srcOrd="0" destOrd="0" presId="urn:microsoft.com/office/officeart/2008/layout/LinedList"/>
    <dgm:cxn modelId="{33CEAE35-9C37-43D1-9EEB-EF137EABCA87}" srcId="{548425D9-4747-45AF-8B68-D1E873788110}" destId="{F3020885-36EA-437A-8F64-44606C009485}" srcOrd="0" destOrd="0" parTransId="{124EB40F-88E2-4021-AF84-9BD46CF24848}" sibTransId="{04762195-8EC7-472D-8728-85ED8504BEFE}"/>
    <dgm:cxn modelId="{DC4699CA-4CCB-411D-9842-99DA4E303F68}" type="presOf" srcId="{548425D9-4747-45AF-8B68-D1E873788110}" destId="{423E9EC7-2270-4455-AB4C-2ED9A63FC370}" srcOrd="0" destOrd="0" presId="urn:microsoft.com/office/officeart/2008/layout/LinedList"/>
    <dgm:cxn modelId="{EE825870-74B8-4689-8A0B-E6CFAD21747A}" srcId="{548425D9-4747-45AF-8B68-D1E873788110}" destId="{06507FE5-6980-42F4-8C52-C9F18354C511}" srcOrd="1" destOrd="0" parTransId="{D2BC0688-2437-4D3B-A09D-C56968B14332}" sibTransId="{98CDD4D0-908C-47DF-A813-10324F4D80AA}"/>
    <dgm:cxn modelId="{9EDA3AF2-8DF5-4237-8C4E-71B3FB7D88DB}" type="presParOf" srcId="{423E9EC7-2270-4455-AB4C-2ED9A63FC370}" destId="{3B25D5D2-731B-44B8-A8AB-B283A48EA8E2}" srcOrd="0" destOrd="0" presId="urn:microsoft.com/office/officeart/2008/layout/LinedList"/>
    <dgm:cxn modelId="{39372B6A-D915-4F46-A859-2E5B8B71A2F1}" type="presParOf" srcId="{423E9EC7-2270-4455-AB4C-2ED9A63FC370}" destId="{1322B3CC-3592-4799-96E5-BF8F539B38E5}" srcOrd="1" destOrd="0" presId="urn:microsoft.com/office/officeart/2008/layout/LinedList"/>
    <dgm:cxn modelId="{E13A66FC-6B48-46C5-9F9E-C8EDF9A7DB24}" type="presParOf" srcId="{1322B3CC-3592-4799-96E5-BF8F539B38E5}" destId="{2D17454A-6D4D-49E7-A8E8-462C0A2479B5}" srcOrd="0" destOrd="0" presId="urn:microsoft.com/office/officeart/2008/layout/LinedList"/>
    <dgm:cxn modelId="{2DF2DCE0-0566-4113-BBEE-1270F1413E69}" type="presParOf" srcId="{1322B3CC-3592-4799-96E5-BF8F539B38E5}" destId="{16B33294-3A18-4588-8A00-AFD21BD45C69}" srcOrd="1" destOrd="0" presId="urn:microsoft.com/office/officeart/2008/layout/LinedList"/>
    <dgm:cxn modelId="{054D212F-55CD-4CA8-8BE7-92ECD842B12B}" type="presParOf" srcId="{423E9EC7-2270-4455-AB4C-2ED9A63FC370}" destId="{0107626A-B85D-458E-8B67-7FAF5D623184}" srcOrd="2" destOrd="0" presId="urn:microsoft.com/office/officeart/2008/layout/LinedList"/>
    <dgm:cxn modelId="{A9194780-6BEF-42F7-ABCC-8CC3BE86DABE}" type="presParOf" srcId="{423E9EC7-2270-4455-AB4C-2ED9A63FC370}" destId="{F9A93E2C-0F00-4B98-8695-EA40F272C9B3}" srcOrd="3" destOrd="0" presId="urn:microsoft.com/office/officeart/2008/layout/LinedList"/>
    <dgm:cxn modelId="{3F92E6A9-5873-4C45-9216-8BB3C464F1CD}" type="presParOf" srcId="{F9A93E2C-0F00-4B98-8695-EA40F272C9B3}" destId="{D310627C-766F-44D2-BF84-260295783A45}" srcOrd="0" destOrd="0" presId="urn:microsoft.com/office/officeart/2008/layout/LinedList"/>
    <dgm:cxn modelId="{D3EDECEF-B63D-4198-BEDE-8D593BF749B0}" type="presParOf" srcId="{F9A93E2C-0F00-4B98-8695-EA40F272C9B3}" destId="{72CF1E2B-6D46-415B-8350-64B2A42C514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0FB06C2-A905-4EFB-A270-1CCD03A00F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1F4114C-030F-49EC-B74D-0F3DAB8B2487}">
      <dgm:prSet phldrT="[Text]"/>
      <dgm:spPr>
        <a:solidFill>
          <a:srgbClr val="BC1041"/>
        </a:solidFill>
      </dgm:spPr>
      <dgm:t>
        <a:bodyPr/>
        <a:lstStyle/>
        <a:p>
          <a:pPr algn="ctr"/>
          <a:r>
            <a:rPr lang="en-US" b="1" dirty="0" smtClean="0">
              <a:solidFill>
                <a:schemeClr val="bg1"/>
              </a:solidFill>
              <a:latin typeface="Times New Roman" panose="02020603050405020304" pitchFamily="18" charset="0"/>
              <a:cs typeface="Times New Roman" panose="02020603050405020304" pitchFamily="18" charset="0"/>
            </a:rPr>
            <a:t>Marxist feminism in sociology</a:t>
          </a:r>
          <a:endParaRPr lang="en-US" b="1" dirty="0">
            <a:solidFill>
              <a:schemeClr val="bg1"/>
            </a:solidFill>
            <a:latin typeface="Times New Roman" panose="02020603050405020304" pitchFamily="18" charset="0"/>
            <a:cs typeface="Times New Roman" panose="02020603050405020304" pitchFamily="18" charset="0"/>
          </a:endParaRPr>
        </a:p>
      </dgm:t>
    </dgm:pt>
    <dgm:pt modelId="{D4FB98CB-E33D-463F-8413-B4B5DF768381}" type="parTrans" cxnId="{508AC2D7-F780-4321-BD28-7C06FD1D796D}">
      <dgm:prSet/>
      <dgm:spPr/>
      <dgm:t>
        <a:bodyPr/>
        <a:lstStyle/>
        <a:p>
          <a:pPr algn="ctr"/>
          <a:endParaRPr lang="en-US">
            <a:solidFill>
              <a:schemeClr val="bg1"/>
            </a:solidFill>
            <a:latin typeface="Times New Roman" panose="02020603050405020304" pitchFamily="18" charset="0"/>
            <a:cs typeface="Times New Roman" panose="02020603050405020304" pitchFamily="18" charset="0"/>
          </a:endParaRPr>
        </a:p>
      </dgm:t>
    </dgm:pt>
    <dgm:pt modelId="{54DAB7CE-EBE0-40E4-ABB8-20E759759CC9}" type="sibTrans" cxnId="{508AC2D7-F780-4321-BD28-7C06FD1D796D}">
      <dgm:prSet/>
      <dgm:spPr/>
      <dgm:t>
        <a:bodyPr/>
        <a:lstStyle/>
        <a:p>
          <a:pPr algn="ctr"/>
          <a:endParaRPr lang="en-US">
            <a:solidFill>
              <a:schemeClr val="bg1"/>
            </a:solidFill>
            <a:latin typeface="Times New Roman" panose="02020603050405020304" pitchFamily="18" charset="0"/>
            <a:cs typeface="Times New Roman" panose="02020603050405020304" pitchFamily="18" charset="0"/>
          </a:endParaRPr>
        </a:p>
      </dgm:t>
    </dgm:pt>
    <dgm:pt modelId="{C71B4B2C-9D3F-4E29-88A9-2B4866BF31A5}" type="pres">
      <dgm:prSet presAssocID="{00FB06C2-A905-4EFB-A270-1CCD03A00F45}" presName="linear" presStyleCnt="0">
        <dgm:presLayoutVars>
          <dgm:animLvl val="lvl"/>
          <dgm:resizeHandles val="exact"/>
        </dgm:presLayoutVars>
      </dgm:prSet>
      <dgm:spPr/>
      <dgm:t>
        <a:bodyPr/>
        <a:lstStyle/>
        <a:p>
          <a:endParaRPr lang="en-US"/>
        </a:p>
      </dgm:t>
    </dgm:pt>
    <dgm:pt modelId="{2707CD62-F22C-484A-9653-491867D7E6E6}" type="pres">
      <dgm:prSet presAssocID="{41F4114C-030F-49EC-B74D-0F3DAB8B2487}" presName="parentText" presStyleLbl="node1" presStyleIdx="0" presStyleCnt="1">
        <dgm:presLayoutVars>
          <dgm:chMax val="0"/>
          <dgm:bulletEnabled val="1"/>
        </dgm:presLayoutVars>
      </dgm:prSet>
      <dgm:spPr/>
      <dgm:t>
        <a:bodyPr/>
        <a:lstStyle/>
        <a:p>
          <a:endParaRPr lang="en-US"/>
        </a:p>
      </dgm:t>
    </dgm:pt>
  </dgm:ptLst>
  <dgm:cxnLst>
    <dgm:cxn modelId="{D88B95DD-793B-47E3-90EE-4F715F617C51}" type="presOf" srcId="{41F4114C-030F-49EC-B74D-0F3DAB8B2487}" destId="{2707CD62-F22C-484A-9653-491867D7E6E6}" srcOrd="0" destOrd="0" presId="urn:microsoft.com/office/officeart/2005/8/layout/vList2"/>
    <dgm:cxn modelId="{508AC2D7-F780-4321-BD28-7C06FD1D796D}" srcId="{00FB06C2-A905-4EFB-A270-1CCD03A00F45}" destId="{41F4114C-030F-49EC-B74D-0F3DAB8B2487}" srcOrd="0" destOrd="0" parTransId="{D4FB98CB-E33D-463F-8413-B4B5DF768381}" sibTransId="{54DAB7CE-EBE0-40E4-ABB8-20E759759CC9}"/>
    <dgm:cxn modelId="{B4935995-37F9-4FE6-B30B-CA426661D09E}" type="presOf" srcId="{00FB06C2-A905-4EFB-A270-1CCD03A00F45}" destId="{C71B4B2C-9D3F-4E29-88A9-2B4866BF31A5}" srcOrd="0" destOrd="0" presId="urn:microsoft.com/office/officeart/2005/8/layout/vList2"/>
    <dgm:cxn modelId="{739D26AB-2D31-4C63-8E71-F20AD4118092}" type="presParOf" srcId="{C71B4B2C-9D3F-4E29-88A9-2B4866BF31A5}" destId="{2707CD62-F22C-484A-9653-491867D7E6E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BB4C3214-A0E5-4ED6-B469-9295A74E0E93}"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US"/>
        </a:p>
      </dgm:t>
    </dgm:pt>
    <dgm:pt modelId="{9B5067B7-88B8-4F6B-8445-21E221336A9C}">
      <dgm:prSet custT="1"/>
      <dgm:spPr>
        <a:solidFill>
          <a:srgbClr val="009999"/>
        </a:solidFill>
      </dgm:spPr>
      <dgm:t>
        <a:bodyPr/>
        <a:lstStyle/>
        <a:p>
          <a:r>
            <a:rPr lang="en-US" sz="1700" dirty="0" smtClean="0">
              <a:solidFill>
                <a:schemeClr val="bg1"/>
              </a:solidFill>
              <a:latin typeface="Times New Roman" panose="02020603050405020304" pitchFamily="18" charset="0"/>
              <a:cs typeface="Times New Roman" panose="02020603050405020304" pitchFamily="18" charset="0"/>
            </a:rPr>
            <a:t>Women raise children with capitalist beliefs and reproduce the labor force. Within these capitalist beliefs is the idea that </a:t>
          </a:r>
          <a:r>
            <a:rPr lang="en-US" sz="1700" b="1" dirty="0" smtClean="0">
              <a:solidFill>
                <a:schemeClr val="bg1"/>
              </a:solidFill>
              <a:latin typeface="Times New Roman" panose="02020603050405020304" pitchFamily="18" charset="0"/>
              <a:cs typeface="Times New Roman" panose="02020603050405020304" pitchFamily="18" charset="0"/>
            </a:rPr>
            <a:t>women are subordinate to men</a:t>
          </a:r>
          <a:r>
            <a:rPr lang="en-US" sz="1700" dirty="0" smtClean="0">
              <a:solidFill>
                <a:schemeClr val="bg1"/>
              </a:solidFill>
              <a:latin typeface="Times New Roman" panose="02020603050405020304" pitchFamily="18" charset="0"/>
              <a:cs typeface="Times New Roman" panose="02020603050405020304" pitchFamily="18" charset="0"/>
            </a:rPr>
            <a:t>.</a:t>
          </a:r>
          <a:endParaRPr lang="en-US" sz="1700" dirty="0">
            <a:solidFill>
              <a:schemeClr val="bg1"/>
            </a:solidFill>
          </a:endParaRPr>
        </a:p>
      </dgm:t>
    </dgm:pt>
    <dgm:pt modelId="{0FE5D5E3-1E8C-4095-ADC1-22A406E86B86}" type="parTrans" cxnId="{8C49EF02-FF54-4A3B-8F20-07A3583A8D5F}">
      <dgm:prSet/>
      <dgm:spPr/>
      <dgm:t>
        <a:bodyPr/>
        <a:lstStyle/>
        <a:p>
          <a:endParaRPr lang="en-US" sz="1700"/>
        </a:p>
      </dgm:t>
    </dgm:pt>
    <dgm:pt modelId="{2A39889B-ACCF-4655-BD1F-AEE2CB0DB2C9}" type="sibTrans" cxnId="{8C49EF02-FF54-4A3B-8F20-07A3583A8D5F}">
      <dgm:prSet/>
      <dgm:spPr/>
      <dgm:t>
        <a:bodyPr/>
        <a:lstStyle/>
        <a:p>
          <a:endParaRPr lang="en-US" sz="1700"/>
        </a:p>
      </dgm:t>
    </dgm:pt>
    <dgm:pt modelId="{B04F975A-5945-4429-8F39-5E8A0D48CBBC}">
      <dgm:prSet custT="1"/>
      <dgm:spPr>
        <a:solidFill>
          <a:srgbClr val="CCCC00"/>
        </a:solidFill>
      </dgm:spPr>
      <dgm:t>
        <a:bodyPr/>
        <a:lstStyle/>
        <a:p>
          <a:r>
            <a:rPr lang="en-US" sz="1700" dirty="0" smtClean="0">
              <a:latin typeface="Times New Roman" panose="02020603050405020304" pitchFamily="18" charset="0"/>
              <a:cs typeface="Times New Roman" panose="02020603050405020304" pitchFamily="18" charset="0"/>
            </a:rPr>
            <a:t>In their roles as housewives, women also provide </a:t>
          </a:r>
          <a:r>
            <a:rPr lang="en-US" sz="1700" b="1" dirty="0" smtClean="0">
              <a:latin typeface="Times New Roman" panose="02020603050405020304" pitchFamily="18" charset="0"/>
              <a:cs typeface="Times New Roman" panose="02020603050405020304" pitchFamily="18" charset="0"/>
            </a:rPr>
            <a:t>free and invisible labor </a:t>
          </a:r>
          <a:r>
            <a:rPr lang="en-US" sz="1700" dirty="0" smtClean="0">
              <a:latin typeface="Times New Roman" panose="02020603050405020304" pitchFamily="18" charset="0"/>
              <a:cs typeface="Times New Roman" panose="02020603050405020304" pitchFamily="18" charset="0"/>
            </a:rPr>
            <a:t>and domestic service to support men, the current workers.</a:t>
          </a:r>
          <a:endParaRPr lang="en-US" sz="1700" dirty="0">
            <a:latin typeface="Times New Roman" panose="02020603050405020304" pitchFamily="18" charset="0"/>
            <a:cs typeface="Times New Roman" panose="02020603050405020304" pitchFamily="18" charset="0"/>
          </a:endParaRPr>
        </a:p>
      </dgm:t>
    </dgm:pt>
    <dgm:pt modelId="{C754D7F1-153D-4D86-926A-FFFEF708B930}" type="parTrans" cxnId="{CDB003D1-4828-4B3E-8E2D-C65659790749}">
      <dgm:prSet/>
      <dgm:spPr/>
      <dgm:t>
        <a:bodyPr/>
        <a:lstStyle/>
        <a:p>
          <a:endParaRPr lang="en-US" sz="1700"/>
        </a:p>
      </dgm:t>
    </dgm:pt>
    <dgm:pt modelId="{EDC2DBB5-764B-4803-A033-244262EA98E6}" type="sibTrans" cxnId="{CDB003D1-4828-4B3E-8E2D-C65659790749}">
      <dgm:prSet/>
      <dgm:spPr/>
      <dgm:t>
        <a:bodyPr/>
        <a:lstStyle/>
        <a:p>
          <a:endParaRPr lang="en-US" sz="1700"/>
        </a:p>
      </dgm:t>
    </dgm:pt>
    <dgm:pt modelId="{B4CF9263-9FB4-48A1-9DDD-A41951DFAFAC}">
      <dgm:prSet custT="1"/>
      <dgm:spPr>
        <a:solidFill>
          <a:srgbClr val="9999FF"/>
        </a:solidFill>
      </dgm:spPr>
      <dgm:t>
        <a:bodyPr/>
        <a:lstStyle/>
        <a:p>
          <a:r>
            <a:rPr lang="en-US" sz="1700" dirty="0" smtClean="0">
              <a:latin typeface="Times New Roman" panose="02020603050405020304" pitchFamily="18" charset="0"/>
              <a:cs typeface="Times New Roman" panose="02020603050405020304" pitchFamily="18" charset="0"/>
            </a:rPr>
            <a:t>Women are cheap 'reserve' workers for men, which enables flexible production for the upper class.</a:t>
          </a:r>
          <a:endParaRPr lang="en-US" sz="1700" dirty="0">
            <a:latin typeface="Times New Roman" panose="02020603050405020304" pitchFamily="18" charset="0"/>
            <a:cs typeface="Times New Roman" panose="02020603050405020304" pitchFamily="18" charset="0"/>
          </a:endParaRPr>
        </a:p>
      </dgm:t>
    </dgm:pt>
    <dgm:pt modelId="{A4AB1FE7-03B2-4598-A78F-4BDD00C17A16}" type="parTrans" cxnId="{BCE67C84-E62F-4D7D-BE73-D51862F1F2A2}">
      <dgm:prSet/>
      <dgm:spPr/>
      <dgm:t>
        <a:bodyPr/>
        <a:lstStyle/>
        <a:p>
          <a:endParaRPr lang="en-US" sz="1700"/>
        </a:p>
      </dgm:t>
    </dgm:pt>
    <dgm:pt modelId="{FEAF85B2-240E-4163-AE9B-98A81345E4A2}" type="sibTrans" cxnId="{BCE67C84-E62F-4D7D-BE73-D51862F1F2A2}">
      <dgm:prSet/>
      <dgm:spPr/>
      <dgm:t>
        <a:bodyPr/>
        <a:lstStyle/>
        <a:p>
          <a:endParaRPr lang="en-US" sz="1700"/>
        </a:p>
      </dgm:t>
    </dgm:pt>
    <dgm:pt modelId="{F4A4BC73-355C-4CBA-A36D-26616164DEEC}" type="pres">
      <dgm:prSet presAssocID="{BB4C3214-A0E5-4ED6-B469-9295A74E0E93}" presName="linear" presStyleCnt="0">
        <dgm:presLayoutVars>
          <dgm:animLvl val="lvl"/>
          <dgm:resizeHandles val="exact"/>
        </dgm:presLayoutVars>
      </dgm:prSet>
      <dgm:spPr/>
      <dgm:t>
        <a:bodyPr/>
        <a:lstStyle/>
        <a:p>
          <a:endParaRPr lang="en-US"/>
        </a:p>
      </dgm:t>
    </dgm:pt>
    <dgm:pt modelId="{958EEE06-CEF6-46D6-9263-4AB4916036CD}" type="pres">
      <dgm:prSet presAssocID="{9B5067B7-88B8-4F6B-8445-21E221336A9C}" presName="parentText" presStyleLbl="node1" presStyleIdx="0" presStyleCnt="3">
        <dgm:presLayoutVars>
          <dgm:chMax val="0"/>
          <dgm:bulletEnabled val="1"/>
        </dgm:presLayoutVars>
      </dgm:prSet>
      <dgm:spPr/>
      <dgm:t>
        <a:bodyPr/>
        <a:lstStyle/>
        <a:p>
          <a:endParaRPr lang="en-US"/>
        </a:p>
      </dgm:t>
    </dgm:pt>
    <dgm:pt modelId="{DBBEEA88-5DEB-4C3B-ACB2-2B882BE5DD04}" type="pres">
      <dgm:prSet presAssocID="{2A39889B-ACCF-4655-BD1F-AEE2CB0DB2C9}" presName="spacer" presStyleCnt="0"/>
      <dgm:spPr/>
    </dgm:pt>
    <dgm:pt modelId="{DDCCC4E9-F2D7-460A-AAAF-88BDD041B64E}" type="pres">
      <dgm:prSet presAssocID="{B04F975A-5945-4429-8F39-5E8A0D48CBBC}" presName="parentText" presStyleLbl="node1" presStyleIdx="1" presStyleCnt="3">
        <dgm:presLayoutVars>
          <dgm:chMax val="0"/>
          <dgm:bulletEnabled val="1"/>
        </dgm:presLayoutVars>
      </dgm:prSet>
      <dgm:spPr/>
      <dgm:t>
        <a:bodyPr/>
        <a:lstStyle/>
        <a:p>
          <a:endParaRPr lang="en-US"/>
        </a:p>
      </dgm:t>
    </dgm:pt>
    <dgm:pt modelId="{5551B202-B9BD-4997-AA22-3E1B545C6469}" type="pres">
      <dgm:prSet presAssocID="{EDC2DBB5-764B-4803-A033-244262EA98E6}" presName="spacer" presStyleCnt="0"/>
      <dgm:spPr/>
    </dgm:pt>
    <dgm:pt modelId="{5B293EA8-A9E0-4B9B-A083-96A137E22EA9}" type="pres">
      <dgm:prSet presAssocID="{B4CF9263-9FB4-48A1-9DDD-A41951DFAFAC}" presName="parentText" presStyleLbl="node1" presStyleIdx="2" presStyleCnt="3">
        <dgm:presLayoutVars>
          <dgm:chMax val="0"/>
          <dgm:bulletEnabled val="1"/>
        </dgm:presLayoutVars>
      </dgm:prSet>
      <dgm:spPr/>
      <dgm:t>
        <a:bodyPr/>
        <a:lstStyle/>
        <a:p>
          <a:endParaRPr lang="en-US"/>
        </a:p>
      </dgm:t>
    </dgm:pt>
  </dgm:ptLst>
  <dgm:cxnLst>
    <dgm:cxn modelId="{ED8A1420-905A-4A3F-AEA8-346AF0EC8814}" type="presOf" srcId="{9B5067B7-88B8-4F6B-8445-21E221336A9C}" destId="{958EEE06-CEF6-46D6-9263-4AB4916036CD}" srcOrd="0" destOrd="0" presId="urn:microsoft.com/office/officeart/2005/8/layout/vList2"/>
    <dgm:cxn modelId="{BCE67C84-E62F-4D7D-BE73-D51862F1F2A2}" srcId="{BB4C3214-A0E5-4ED6-B469-9295A74E0E93}" destId="{B4CF9263-9FB4-48A1-9DDD-A41951DFAFAC}" srcOrd="2" destOrd="0" parTransId="{A4AB1FE7-03B2-4598-A78F-4BDD00C17A16}" sibTransId="{FEAF85B2-240E-4163-AE9B-98A81345E4A2}"/>
    <dgm:cxn modelId="{5789DEBA-73CC-4D0E-8F63-EF074546186B}" type="presOf" srcId="{B4CF9263-9FB4-48A1-9DDD-A41951DFAFAC}" destId="{5B293EA8-A9E0-4B9B-A083-96A137E22EA9}" srcOrd="0" destOrd="0" presId="urn:microsoft.com/office/officeart/2005/8/layout/vList2"/>
    <dgm:cxn modelId="{8C49EF02-FF54-4A3B-8F20-07A3583A8D5F}" srcId="{BB4C3214-A0E5-4ED6-B469-9295A74E0E93}" destId="{9B5067B7-88B8-4F6B-8445-21E221336A9C}" srcOrd="0" destOrd="0" parTransId="{0FE5D5E3-1E8C-4095-ADC1-22A406E86B86}" sibTransId="{2A39889B-ACCF-4655-BD1F-AEE2CB0DB2C9}"/>
    <dgm:cxn modelId="{67F76AC6-3CA4-4A6E-9ADE-2D850118FDC2}" type="presOf" srcId="{B04F975A-5945-4429-8F39-5E8A0D48CBBC}" destId="{DDCCC4E9-F2D7-460A-AAAF-88BDD041B64E}" srcOrd="0" destOrd="0" presId="urn:microsoft.com/office/officeart/2005/8/layout/vList2"/>
    <dgm:cxn modelId="{CDB003D1-4828-4B3E-8E2D-C65659790749}" srcId="{BB4C3214-A0E5-4ED6-B469-9295A74E0E93}" destId="{B04F975A-5945-4429-8F39-5E8A0D48CBBC}" srcOrd="1" destOrd="0" parTransId="{C754D7F1-153D-4D86-926A-FFFEF708B930}" sibTransId="{EDC2DBB5-764B-4803-A033-244262EA98E6}"/>
    <dgm:cxn modelId="{84656E4E-9970-4501-93E4-28CC25661E98}" type="presOf" srcId="{BB4C3214-A0E5-4ED6-B469-9295A74E0E93}" destId="{F4A4BC73-355C-4CBA-A36D-26616164DEEC}" srcOrd="0" destOrd="0" presId="urn:microsoft.com/office/officeart/2005/8/layout/vList2"/>
    <dgm:cxn modelId="{C67109C8-797D-4A2D-8253-92B3A1D3EB89}" type="presParOf" srcId="{F4A4BC73-355C-4CBA-A36D-26616164DEEC}" destId="{958EEE06-CEF6-46D6-9263-4AB4916036CD}" srcOrd="0" destOrd="0" presId="urn:microsoft.com/office/officeart/2005/8/layout/vList2"/>
    <dgm:cxn modelId="{F3BCC338-54C5-42D7-8D53-D7A92BFB8FCA}" type="presParOf" srcId="{F4A4BC73-355C-4CBA-A36D-26616164DEEC}" destId="{DBBEEA88-5DEB-4C3B-ACB2-2B882BE5DD04}" srcOrd="1" destOrd="0" presId="urn:microsoft.com/office/officeart/2005/8/layout/vList2"/>
    <dgm:cxn modelId="{A99AD79C-4F76-4FE6-934C-85E325CDC196}" type="presParOf" srcId="{F4A4BC73-355C-4CBA-A36D-26616164DEEC}" destId="{DDCCC4E9-F2D7-460A-AAAF-88BDD041B64E}" srcOrd="2" destOrd="0" presId="urn:microsoft.com/office/officeart/2005/8/layout/vList2"/>
    <dgm:cxn modelId="{45CA3BCC-5E2E-4363-B578-E5FC8EAE3F33}" type="presParOf" srcId="{F4A4BC73-355C-4CBA-A36D-26616164DEEC}" destId="{5551B202-B9BD-4997-AA22-3E1B545C6469}" srcOrd="3" destOrd="0" presId="urn:microsoft.com/office/officeart/2005/8/layout/vList2"/>
    <dgm:cxn modelId="{B0542033-3235-4A72-A401-7B74055066D1}" type="presParOf" srcId="{F4A4BC73-355C-4CBA-A36D-26616164DEEC}" destId="{5B293EA8-A9E0-4B9B-A083-96A137E22EA9}" srcOrd="4"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2A948753-7507-4761-93C8-6460DBF91B4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6ABE9D0-070C-43D7-B9AF-271060C61C2B}">
      <dgm:prSet custT="1"/>
      <dgm:spPr/>
      <dgm:t>
        <a:bodyPr/>
        <a:lstStyle/>
        <a:p>
          <a:r>
            <a:rPr lang="en-US" sz="2000" dirty="0" smtClean="0">
              <a:solidFill>
                <a:schemeClr val="tx1"/>
              </a:solidFill>
              <a:latin typeface="Times New Roman" panose="02020603050405020304" pitchFamily="18" charset="0"/>
              <a:cs typeface="Times New Roman" panose="02020603050405020304" pitchFamily="18" charset="0"/>
            </a:rPr>
            <a:t>Marxist feminism claims that during the exploitation of the working class, there is further exploitation of women within the family for their domestic labor. Therefore, social class is just as important a social division in society as gender.</a:t>
          </a:r>
          <a:endParaRPr lang="en-US" sz="2000" dirty="0"/>
        </a:p>
      </dgm:t>
    </dgm:pt>
    <dgm:pt modelId="{5FB0094F-D59F-4FCC-93D6-62B8A3DD21E4}" type="parTrans" cxnId="{A18F69A0-2EAE-4414-A227-995F6CCC309E}">
      <dgm:prSet/>
      <dgm:spPr/>
      <dgm:t>
        <a:bodyPr/>
        <a:lstStyle/>
        <a:p>
          <a:endParaRPr lang="en-US" sz="1400"/>
        </a:p>
      </dgm:t>
    </dgm:pt>
    <dgm:pt modelId="{8161CB40-AAB9-45E4-ACC8-E52AFE97B913}" type="sibTrans" cxnId="{A18F69A0-2EAE-4414-A227-995F6CCC309E}">
      <dgm:prSet/>
      <dgm:spPr/>
      <dgm:t>
        <a:bodyPr/>
        <a:lstStyle/>
        <a:p>
          <a:endParaRPr lang="en-US" sz="1400"/>
        </a:p>
      </dgm:t>
    </dgm:pt>
    <dgm:pt modelId="{6D44099A-6A3E-4667-9D8B-CD8D420BDD53}" type="pres">
      <dgm:prSet presAssocID="{2A948753-7507-4761-93C8-6460DBF91B4D}" presName="vert0" presStyleCnt="0">
        <dgm:presLayoutVars>
          <dgm:dir/>
          <dgm:animOne val="branch"/>
          <dgm:animLvl val="lvl"/>
        </dgm:presLayoutVars>
      </dgm:prSet>
      <dgm:spPr/>
      <dgm:t>
        <a:bodyPr/>
        <a:lstStyle/>
        <a:p>
          <a:endParaRPr lang="en-US"/>
        </a:p>
      </dgm:t>
    </dgm:pt>
    <dgm:pt modelId="{AAD47F78-DC36-4697-984C-6A1A83B4BE21}" type="pres">
      <dgm:prSet presAssocID="{A6ABE9D0-070C-43D7-B9AF-271060C61C2B}" presName="thickLine" presStyleLbl="alignNode1" presStyleIdx="0" presStyleCnt="1"/>
      <dgm:spPr/>
    </dgm:pt>
    <dgm:pt modelId="{E366B316-0B3B-4CE3-9918-ABBBA43AECCB}" type="pres">
      <dgm:prSet presAssocID="{A6ABE9D0-070C-43D7-B9AF-271060C61C2B}" presName="horz1" presStyleCnt="0"/>
      <dgm:spPr/>
    </dgm:pt>
    <dgm:pt modelId="{8174330A-ACAD-4F6E-A0F2-816A77D11507}" type="pres">
      <dgm:prSet presAssocID="{A6ABE9D0-070C-43D7-B9AF-271060C61C2B}" presName="tx1" presStyleLbl="revTx" presStyleIdx="0" presStyleCnt="1"/>
      <dgm:spPr/>
      <dgm:t>
        <a:bodyPr/>
        <a:lstStyle/>
        <a:p>
          <a:endParaRPr lang="en-US"/>
        </a:p>
      </dgm:t>
    </dgm:pt>
    <dgm:pt modelId="{0F9DCD78-7031-488D-9FCF-122D75DDD8A7}" type="pres">
      <dgm:prSet presAssocID="{A6ABE9D0-070C-43D7-B9AF-271060C61C2B}" presName="vert1" presStyleCnt="0"/>
      <dgm:spPr/>
    </dgm:pt>
  </dgm:ptLst>
  <dgm:cxnLst>
    <dgm:cxn modelId="{C06CA7C9-D4F7-480E-AA91-2CF7BC41950D}" type="presOf" srcId="{2A948753-7507-4761-93C8-6460DBF91B4D}" destId="{6D44099A-6A3E-4667-9D8B-CD8D420BDD53}" srcOrd="0" destOrd="0" presId="urn:microsoft.com/office/officeart/2008/layout/LinedList"/>
    <dgm:cxn modelId="{84743111-7B1B-4C1F-BA73-69641A44319D}" type="presOf" srcId="{A6ABE9D0-070C-43D7-B9AF-271060C61C2B}" destId="{8174330A-ACAD-4F6E-A0F2-816A77D11507}" srcOrd="0" destOrd="0" presId="urn:microsoft.com/office/officeart/2008/layout/LinedList"/>
    <dgm:cxn modelId="{A18F69A0-2EAE-4414-A227-995F6CCC309E}" srcId="{2A948753-7507-4761-93C8-6460DBF91B4D}" destId="{A6ABE9D0-070C-43D7-B9AF-271060C61C2B}" srcOrd="0" destOrd="0" parTransId="{5FB0094F-D59F-4FCC-93D6-62B8A3DD21E4}" sibTransId="{8161CB40-AAB9-45E4-ACC8-E52AFE97B913}"/>
    <dgm:cxn modelId="{FF5E8D91-EB20-424F-A3B9-675E6D65BFEF}" type="presParOf" srcId="{6D44099A-6A3E-4667-9D8B-CD8D420BDD53}" destId="{AAD47F78-DC36-4697-984C-6A1A83B4BE21}" srcOrd="0" destOrd="0" presId="urn:microsoft.com/office/officeart/2008/layout/LinedList"/>
    <dgm:cxn modelId="{EC991AB3-4E1A-48D7-B882-26EF38A86D18}" type="presParOf" srcId="{6D44099A-6A3E-4667-9D8B-CD8D420BDD53}" destId="{E366B316-0B3B-4CE3-9918-ABBBA43AECCB}" srcOrd="1" destOrd="0" presId="urn:microsoft.com/office/officeart/2008/layout/LinedList"/>
    <dgm:cxn modelId="{2992DD47-8603-4EFF-995E-51791B1592AA}" type="presParOf" srcId="{E366B316-0B3B-4CE3-9918-ABBBA43AECCB}" destId="{8174330A-ACAD-4F6E-A0F2-816A77D11507}" srcOrd="0" destOrd="0" presId="urn:microsoft.com/office/officeart/2008/layout/LinedList"/>
    <dgm:cxn modelId="{86C554A5-4EB7-4B2B-AF55-732A9AEC8BD8}" type="presParOf" srcId="{E366B316-0B3B-4CE3-9918-ABBBA43AECCB}" destId="{0F9DCD78-7031-488D-9FCF-122D75DDD8A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26E4E45-FB31-43FA-8673-2435678FDE7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2279648-04AC-46F8-A9B0-8819D5BE39B5}">
      <dgm:prSet phldrT="[Text]" custT="1"/>
      <dgm:spPr>
        <a:solidFill>
          <a:srgbClr val="BC1041"/>
        </a:solidFill>
      </dgm:spPr>
      <dgm:t>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Key aims of Marxist feminism</a:t>
          </a:r>
          <a:endParaRPr lang="en-US" sz="2000" dirty="0">
            <a:solidFill>
              <a:schemeClr val="bg1"/>
            </a:solidFill>
          </a:endParaRPr>
        </a:p>
      </dgm:t>
    </dgm:pt>
    <dgm:pt modelId="{ADF11FC7-436B-4A51-8AD8-80C33A185839}" type="parTrans" cxnId="{2851ED5A-213F-46AA-8C10-35F9A7AD5718}">
      <dgm:prSet/>
      <dgm:spPr/>
      <dgm:t>
        <a:bodyPr/>
        <a:lstStyle/>
        <a:p>
          <a:endParaRPr lang="en-US" sz="2000"/>
        </a:p>
      </dgm:t>
    </dgm:pt>
    <dgm:pt modelId="{A9C0F430-A2F9-4FC4-8870-778CF8A28492}" type="sibTrans" cxnId="{2851ED5A-213F-46AA-8C10-35F9A7AD5718}">
      <dgm:prSet/>
      <dgm:spPr/>
      <dgm:t>
        <a:bodyPr/>
        <a:lstStyle/>
        <a:p>
          <a:endParaRPr lang="en-US" sz="2000"/>
        </a:p>
      </dgm:t>
    </dgm:pt>
    <dgm:pt modelId="{94E9F38C-CE36-4959-9F49-19BF2207A4E9}">
      <dgm:prSet custT="1"/>
      <dgm:spPr/>
      <dgm:t>
        <a:bodyPr/>
        <a:lstStyle/>
        <a:p>
          <a:r>
            <a:rPr lang="en-US" sz="2000" dirty="0" smtClean="0">
              <a:solidFill>
                <a:schemeClr val="tx1"/>
              </a:solidFill>
              <a:latin typeface="Times New Roman" panose="02020603050405020304" pitchFamily="18" charset="0"/>
              <a:cs typeface="Times New Roman" panose="02020603050405020304" pitchFamily="18" charset="0"/>
            </a:rPr>
            <a:t>Overthrowing capitalism to end the oppressive social class division will end patriarchy. </a:t>
          </a:r>
          <a:r>
            <a:rPr lang="en-US" sz="2000" b="1" dirty="0" smtClean="0">
              <a:solidFill>
                <a:schemeClr val="tx1"/>
              </a:solidFill>
              <a:latin typeface="Times New Roman" panose="02020603050405020304" pitchFamily="18" charset="0"/>
              <a:cs typeface="Times New Roman" panose="02020603050405020304" pitchFamily="18" charset="0"/>
            </a:rPr>
            <a:t>Capitalism is the main source of women's oppression.</a:t>
          </a:r>
          <a:endParaRPr lang="en-US" sz="2000" b="1" dirty="0">
            <a:solidFill>
              <a:schemeClr val="tx1"/>
            </a:solidFill>
            <a:latin typeface="Times New Roman" panose="02020603050405020304" pitchFamily="18" charset="0"/>
            <a:cs typeface="Times New Roman" panose="02020603050405020304" pitchFamily="18" charset="0"/>
          </a:endParaRPr>
        </a:p>
      </dgm:t>
    </dgm:pt>
    <dgm:pt modelId="{00FD9B7C-8662-4AB9-A04E-9383217F4441}" type="parTrans" cxnId="{E2D50863-BC67-4C57-A1D8-EA3CF1DBA3D4}">
      <dgm:prSet/>
      <dgm:spPr/>
      <dgm:t>
        <a:bodyPr/>
        <a:lstStyle/>
        <a:p>
          <a:endParaRPr lang="en-US" sz="2000"/>
        </a:p>
      </dgm:t>
    </dgm:pt>
    <dgm:pt modelId="{E438A3ED-F2ED-4E7D-934B-969259FD791E}" type="sibTrans" cxnId="{E2D50863-BC67-4C57-A1D8-EA3CF1DBA3D4}">
      <dgm:prSet/>
      <dgm:spPr/>
      <dgm:t>
        <a:bodyPr/>
        <a:lstStyle/>
        <a:p>
          <a:endParaRPr lang="en-US" sz="2000"/>
        </a:p>
      </dgm:t>
    </dgm:pt>
    <dgm:pt modelId="{7E058EE4-657B-4A39-9735-72418F0D25ED}">
      <dgm:prSet custT="1"/>
      <dgm:spPr/>
      <dgm:t>
        <a:bodyPr/>
        <a:lstStyle/>
        <a:p>
          <a:r>
            <a:rPr lang="en-US" sz="2000" b="1" dirty="0" smtClean="0">
              <a:solidFill>
                <a:schemeClr val="tx1"/>
              </a:solidFill>
              <a:latin typeface="Times New Roman" panose="02020603050405020304" pitchFamily="18" charset="0"/>
              <a:cs typeface="Times New Roman" panose="02020603050405020304" pitchFamily="18" charset="0"/>
            </a:rPr>
            <a:t>Introducing communism </a:t>
          </a:r>
          <a:r>
            <a:rPr lang="en-US" sz="2000" dirty="0" smtClean="0">
              <a:solidFill>
                <a:schemeClr val="tx1"/>
              </a:solidFill>
              <a:latin typeface="Times New Roman" panose="02020603050405020304" pitchFamily="18" charset="0"/>
              <a:cs typeface="Times New Roman" panose="02020603050405020304" pitchFamily="18" charset="0"/>
            </a:rPr>
            <a:t>to achieve equality, of both social class and gender.</a:t>
          </a:r>
          <a:endParaRPr lang="en-US" sz="2000" dirty="0">
            <a:solidFill>
              <a:schemeClr val="tx1"/>
            </a:solidFill>
            <a:latin typeface="Times New Roman" panose="02020603050405020304" pitchFamily="18" charset="0"/>
            <a:cs typeface="Times New Roman" panose="02020603050405020304" pitchFamily="18" charset="0"/>
          </a:endParaRPr>
        </a:p>
      </dgm:t>
    </dgm:pt>
    <dgm:pt modelId="{7EADE37C-B727-4630-B6F7-DE42671E74DA}" type="parTrans" cxnId="{3A02DC58-6DF4-44BA-8105-844F18B64471}">
      <dgm:prSet/>
      <dgm:spPr/>
      <dgm:t>
        <a:bodyPr/>
        <a:lstStyle/>
        <a:p>
          <a:endParaRPr lang="en-US" sz="2000"/>
        </a:p>
      </dgm:t>
    </dgm:pt>
    <dgm:pt modelId="{EF371D41-78E8-46D3-BEED-41284D049F74}" type="sibTrans" cxnId="{3A02DC58-6DF4-44BA-8105-844F18B64471}">
      <dgm:prSet/>
      <dgm:spPr/>
      <dgm:t>
        <a:bodyPr/>
        <a:lstStyle/>
        <a:p>
          <a:endParaRPr lang="en-US" sz="2000"/>
        </a:p>
      </dgm:t>
    </dgm:pt>
    <dgm:pt modelId="{2D0A07DD-0C25-4344-86F4-1367BDFA93CB}">
      <dgm:prSet custT="1"/>
      <dgm:spPr/>
      <dgm:t>
        <a:bodyPr/>
        <a:lstStyle/>
        <a:p>
          <a:r>
            <a:rPr lang="en-US" sz="2000" dirty="0" smtClean="0">
              <a:solidFill>
                <a:schemeClr val="tx1"/>
              </a:solidFill>
              <a:latin typeface="Times New Roman" panose="02020603050405020304" pitchFamily="18" charset="0"/>
              <a:cs typeface="Times New Roman" panose="02020603050405020304" pitchFamily="18" charset="0"/>
            </a:rPr>
            <a:t>Some Marxists claim that if capitalism is not abolished, </a:t>
          </a:r>
          <a:r>
            <a:rPr lang="en-US" sz="2000" b="1" dirty="0" smtClean="0">
              <a:solidFill>
                <a:schemeClr val="tx1"/>
              </a:solidFill>
              <a:latin typeface="Times New Roman" panose="02020603050405020304" pitchFamily="18" charset="0"/>
              <a:cs typeface="Times New Roman" panose="02020603050405020304" pitchFamily="18" charset="0"/>
            </a:rPr>
            <a:t>housework and childcare should be paid work</a:t>
          </a:r>
          <a:r>
            <a:rPr lang="en-US" sz="2000" dirty="0" smtClean="0">
              <a:solidFill>
                <a:schemeClr val="tx1"/>
              </a:solidFill>
              <a:latin typeface="Times New Roman" panose="02020603050405020304" pitchFamily="18" charset="0"/>
              <a:cs typeface="Times New Roman" panose="02020603050405020304" pitchFamily="18" charset="0"/>
            </a:rPr>
            <a:t>, putting an economic value on women's contribution to capitalist society.</a:t>
          </a:r>
          <a:endParaRPr lang="en-US" sz="2000" dirty="0">
            <a:solidFill>
              <a:schemeClr val="tx1"/>
            </a:solidFill>
            <a:latin typeface="Times New Roman" panose="02020603050405020304" pitchFamily="18" charset="0"/>
            <a:cs typeface="Times New Roman" panose="02020603050405020304" pitchFamily="18" charset="0"/>
          </a:endParaRPr>
        </a:p>
      </dgm:t>
    </dgm:pt>
    <dgm:pt modelId="{0EC0FB88-54F4-4731-A3EA-493BBDD62BF0}" type="parTrans" cxnId="{88756543-9E9F-46C6-AEB0-970D8A1E9763}">
      <dgm:prSet/>
      <dgm:spPr/>
      <dgm:t>
        <a:bodyPr/>
        <a:lstStyle/>
        <a:p>
          <a:endParaRPr lang="en-US" sz="2000"/>
        </a:p>
      </dgm:t>
    </dgm:pt>
    <dgm:pt modelId="{1D2A66BD-A0DF-4B96-AC0B-C90714BB5381}" type="sibTrans" cxnId="{88756543-9E9F-46C6-AEB0-970D8A1E9763}">
      <dgm:prSet/>
      <dgm:spPr/>
      <dgm:t>
        <a:bodyPr/>
        <a:lstStyle/>
        <a:p>
          <a:endParaRPr lang="en-US" sz="2000"/>
        </a:p>
      </dgm:t>
    </dgm:pt>
    <dgm:pt modelId="{FD5CBD85-2F4F-4054-B5ED-4F19A761303C}" type="pres">
      <dgm:prSet presAssocID="{426E4E45-FB31-43FA-8673-2435678FDE72}" presName="linear" presStyleCnt="0">
        <dgm:presLayoutVars>
          <dgm:animLvl val="lvl"/>
          <dgm:resizeHandles val="exact"/>
        </dgm:presLayoutVars>
      </dgm:prSet>
      <dgm:spPr/>
      <dgm:t>
        <a:bodyPr/>
        <a:lstStyle/>
        <a:p>
          <a:endParaRPr lang="en-US"/>
        </a:p>
      </dgm:t>
    </dgm:pt>
    <dgm:pt modelId="{2F838B2E-654B-440B-9817-9B732C221E3F}" type="pres">
      <dgm:prSet presAssocID="{32279648-04AC-46F8-A9B0-8819D5BE39B5}" presName="parentText" presStyleLbl="node1" presStyleIdx="0" presStyleCnt="1">
        <dgm:presLayoutVars>
          <dgm:chMax val="0"/>
          <dgm:bulletEnabled val="1"/>
        </dgm:presLayoutVars>
      </dgm:prSet>
      <dgm:spPr/>
      <dgm:t>
        <a:bodyPr/>
        <a:lstStyle/>
        <a:p>
          <a:endParaRPr lang="en-US"/>
        </a:p>
      </dgm:t>
    </dgm:pt>
    <dgm:pt modelId="{926A0A3F-C4BC-4423-9F08-010E4FDCE2BA}" type="pres">
      <dgm:prSet presAssocID="{32279648-04AC-46F8-A9B0-8819D5BE39B5}" presName="childText" presStyleLbl="revTx" presStyleIdx="0" presStyleCnt="1">
        <dgm:presLayoutVars>
          <dgm:bulletEnabled val="1"/>
        </dgm:presLayoutVars>
      </dgm:prSet>
      <dgm:spPr/>
      <dgm:t>
        <a:bodyPr/>
        <a:lstStyle/>
        <a:p>
          <a:endParaRPr lang="en-US"/>
        </a:p>
      </dgm:t>
    </dgm:pt>
  </dgm:ptLst>
  <dgm:cxnLst>
    <dgm:cxn modelId="{FE66879E-ACE4-4A1B-A092-BEA65D03E106}" type="presOf" srcId="{32279648-04AC-46F8-A9B0-8819D5BE39B5}" destId="{2F838B2E-654B-440B-9817-9B732C221E3F}" srcOrd="0" destOrd="0" presId="urn:microsoft.com/office/officeart/2005/8/layout/vList2"/>
    <dgm:cxn modelId="{1C491ADA-5E4E-4C27-B32A-C6A272905104}" type="presOf" srcId="{94E9F38C-CE36-4959-9F49-19BF2207A4E9}" destId="{926A0A3F-C4BC-4423-9F08-010E4FDCE2BA}" srcOrd="0" destOrd="0" presId="urn:microsoft.com/office/officeart/2005/8/layout/vList2"/>
    <dgm:cxn modelId="{40F17F43-618B-475A-B381-5414D6FADB3B}" type="presOf" srcId="{7E058EE4-657B-4A39-9735-72418F0D25ED}" destId="{926A0A3F-C4BC-4423-9F08-010E4FDCE2BA}" srcOrd="0" destOrd="1" presId="urn:microsoft.com/office/officeart/2005/8/layout/vList2"/>
    <dgm:cxn modelId="{044E2B36-C353-4E85-8F4B-159F9DDAE4C4}" type="presOf" srcId="{2D0A07DD-0C25-4344-86F4-1367BDFA93CB}" destId="{926A0A3F-C4BC-4423-9F08-010E4FDCE2BA}" srcOrd="0" destOrd="2" presId="urn:microsoft.com/office/officeart/2005/8/layout/vList2"/>
    <dgm:cxn modelId="{E2D50863-BC67-4C57-A1D8-EA3CF1DBA3D4}" srcId="{32279648-04AC-46F8-A9B0-8819D5BE39B5}" destId="{94E9F38C-CE36-4959-9F49-19BF2207A4E9}" srcOrd="0" destOrd="0" parTransId="{00FD9B7C-8662-4AB9-A04E-9383217F4441}" sibTransId="{E438A3ED-F2ED-4E7D-934B-969259FD791E}"/>
    <dgm:cxn modelId="{88756543-9E9F-46C6-AEB0-970D8A1E9763}" srcId="{32279648-04AC-46F8-A9B0-8819D5BE39B5}" destId="{2D0A07DD-0C25-4344-86F4-1367BDFA93CB}" srcOrd="2" destOrd="0" parTransId="{0EC0FB88-54F4-4731-A3EA-493BBDD62BF0}" sibTransId="{1D2A66BD-A0DF-4B96-AC0B-C90714BB5381}"/>
    <dgm:cxn modelId="{2851ED5A-213F-46AA-8C10-35F9A7AD5718}" srcId="{426E4E45-FB31-43FA-8673-2435678FDE72}" destId="{32279648-04AC-46F8-A9B0-8819D5BE39B5}" srcOrd="0" destOrd="0" parTransId="{ADF11FC7-436B-4A51-8AD8-80C33A185839}" sibTransId="{A9C0F430-A2F9-4FC4-8870-778CF8A28492}"/>
    <dgm:cxn modelId="{3A02DC58-6DF4-44BA-8105-844F18B64471}" srcId="{32279648-04AC-46F8-A9B0-8819D5BE39B5}" destId="{7E058EE4-657B-4A39-9735-72418F0D25ED}" srcOrd="1" destOrd="0" parTransId="{7EADE37C-B727-4630-B6F7-DE42671E74DA}" sibTransId="{EF371D41-78E8-46D3-BEED-41284D049F74}"/>
    <dgm:cxn modelId="{F0DCCB6B-9D98-487A-B4C1-0B1904B0612B}" type="presOf" srcId="{426E4E45-FB31-43FA-8673-2435678FDE72}" destId="{FD5CBD85-2F4F-4054-B5ED-4F19A761303C}" srcOrd="0" destOrd="0" presId="urn:microsoft.com/office/officeart/2005/8/layout/vList2"/>
    <dgm:cxn modelId="{FC60B2F5-56AE-4BFB-90FF-2E0D71587232}" type="presParOf" srcId="{FD5CBD85-2F4F-4054-B5ED-4F19A761303C}" destId="{2F838B2E-654B-440B-9817-9B732C221E3F}" srcOrd="0" destOrd="0" presId="urn:microsoft.com/office/officeart/2005/8/layout/vList2"/>
    <dgm:cxn modelId="{361DBF2B-0A8D-4978-B5F5-5FE222705776}" type="presParOf" srcId="{FD5CBD85-2F4F-4054-B5ED-4F19A761303C}" destId="{926A0A3F-C4BC-4423-9F08-010E4FDCE2BA}"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20D6A785-0EF9-4BB8-9FA5-40866FD8193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154E8D1-7AD8-4B14-BB36-F62631D51742}">
      <dgm:prSet phldrT="[Text]"/>
      <dgm:spPr>
        <a:solidFill>
          <a:srgbClr val="BC1041"/>
        </a:solidFill>
      </dgm:spPr>
      <dgm:t>
        <a:bodyPr/>
        <a:lstStyle/>
        <a:p>
          <a:pPr algn="ctr"/>
          <a:r>
            <a:rPr lang="en-US" b="1" dirty="0" smtClean="0">
              <a:solidFill>
                <a:schemeClr val="bg1"/>
              </a:solidFill>
              <a:latin typeface="Times New Roman" panose="02020603050405020304" pitchFamily="18" charset="0"/>
              <a:cs typeface="Times New Roman" panose="02020603050405020304" pitchFamily="18" charset="0"/>
            </a:rPr>
            <a:t>Radical feminism in sociology</a:t>
          </a:r>
          <a:endParaRPr lang="en-US" dirty="0">
            <a:solidFill>
              <a:schemeClr val="bg1"/>
            </a:solidFill>
            <a:latin typeface="Times New Roman" panose="02020603050405020304" pitchFamily="18" charset="0"/>
            <a:cs typeface="Times New Roman" panose="02020603050405020304" pitchFamily="18" charset="0"/>
          </a:endParaRPr>
        </a:p>
      </dgm:t>
    </dgm:pt>
    <dgm:pt modelId="{B58B4B1D-EA7D-47F6-900A-87FD3A5D6DF2}" type="parTrans" cxnId="{622425BD-D4C1-422D-A33F-CA1432FF143F}">
      <dgm:prSet/>
      <dgm:spPr/>
      <dgm:t>
        <a:bodyPr/>
        <a:lstStyle/>
        <a:p>
          <a:pPr algn="ctr"/>
          <a:endParaRPr lang="en-US">
            <a:solidFill>
              <a:schemeClr val="tx1"/>
            </a:solidFill>
            <a:latin typeface="Times New Roman" panose="02020603050405020304" pitchFamily="18" charset="0"/>
            <a:cs typeface="Times New Roman" panose="02020603050405020304" pitchFamily="18" charset="0"/>
          </a:endParaRPr>
        </a:p>
      </dgm:t>
    </dgm:pt>
    <dgm:pt modelId="{967F0E9C-CB82-4BA5-8689-D24B55D25A90}" type="sibTrans" cxnId="{622425BD-D4C1-422D-A33F-CA1432FF143F}">
      <dgm:prSet/>
      <dgm:spPr/>
      <dgm:t>
        <a:bodyPr/>
        <a:lstStyle/>
        <a:p>
          <a:pPr algn="ctr"/>
          <a:endParaRPr lang="en-US">
            <a:solidFill>
              <a:schemeClr val="tx1"/>
            </a:solidFill>
            <a:latin typeface="Times New Roman" panose="02020603050405020304" pitchFamily="18" charset="0"/>
            <a:cs typeface="Times New Roman" panose="02020603050405020304" pitchFamily="18" charset="0"/>
          </a:endParaRPr>
        </a:p>
      </dgm:t>
    </dgm:pt>
    <dgm:pt modelId="{06C360F1-5FB8-4F78-8658-2AC8FC6CD1E3}" type="pres">
      <dgm:prSet presAssocID="{20D6A785-0EF9-4BB8-9FA5-40866FD81932}" presName="linear" presStyleCnt="0">
        <dgm:presLayoutVars>
          <dgm:animLvl val="lvl"/>
          <dgm:resizeHandles val="exact"/>
        </dgm:presLayoutVars>
      </dgm:prSet>
      <dgm:spPr/>
      <dgm:t>
        <a:bodyPr/>
        <a:lstStyle/>
        <a:p>
          <a:endParaRPr lang="en-US"/>
        </a:p>
      </dgm:t>
    </dgm:pt>
    <dgm:pt modelId="{FD1B6CCF-72CC-4F36-B3B9-4BCA1A083F88}" type="pres">
      <dgm:prSet presAssocID="{9154E8D1-7AD8-4B14-BB36-F62631D51742}" presName="parentText" presStyleLbl="node1" presStyleIdx="0" presStyleCnt="1">
        <dgm:presLayoutVars>
          <dgm:chMax val="0"/>
          <dgm:bulletEnabled val="1"/>
        </dgm:presLayoutVars>
      </dgm:prSet>
      <dgm:spPr/>
      <dgm:t>
        <a:bodyPr/>
        <a:lstStyle/>
        <a:p>
          <a:endParaRPr lang="en-US"/>
        </a:p>
      </dgm:t>
    </dgm:pt>
  </dgm:ptLst>
  <dgm:cxnLst>
    <dgm:cxn modelId="{E8C0D907-2CE7-425C-8BB6-1C84B55BDFC3}" type="presOf" srcId="{9154E8D1-7AD8-4B14-BB36-F62631D51742}" destId="{FD1B6CCF-72CC-4F36-B3B9-4BCA1A083F88}" srcOrd="0" destOrd="0" presId="urn:microsoft.com/office/officeart/2005/8/layout/vList2"/>
    <dgm:cxn modelId="{622425BD-D4C1-422D-A33F-CA1432FF143F}" srcId="{20D6A785-0EF9-4BB8-9FA5-40866FD81932}" destId="{9154E8D1-7AD8-4B14-BB36-F62631D51742}" srcOrd="0" destOrd="0" parTransId="{B58B4B1D-EA7D-47F6-900A-87FD3A5D6DF2}" sibTransId="{967F0E9C-CB82-4BA5-8689-D24B55D25A90}"/>
    <dgm:cxn modelId="{25F3BECD-9420-4EC9-9120-36ACFF818D58}" type="presOf" srcId="{20D6A785-0EF9-4BB8-9FA5-40866FD81932}" destId="{06C360F1-5FB8-4F78-8658-2AC8FC6CD1E3}" srcOrd="0" destOrd="0" presId="urn:microsoft.com/office/officeart/2005/8/layout/vList2"/>
    <dgm:cxn modelId="{5D552C57-5400-47CE-9D30-F907382E8D31}" type="presParOf" srcId="{06C360F1-5FB8-4F78-8658-2AC8FC6CD1E3}" destId="{FD1B6CCF-72CC-4F36-B3B9-4BCA1A083F88}"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D940C71-D0A5-4B3C-858D-BFD8E3074BF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96A33E0-0C4D-43BF-9AB8-8ABC40FD62F9}">
      <dgm:prSet custT="1"/>
      <dgm:spPr/>
      <dgm:t>
        <a:bodyPr/>
        <a:lstStyle/>
        <a:p>
          <a:r>
            <a:rPr lang="en-US" sz="1800" dirty="0" smtClean="0">
              <a:solidFill>
                <a:schemeClr val="tx1"/>
              </a:solidFill>
              <a:latin typeface="Times New Roman" panose="02020603050405020304" pitchFamily="18" charset="0"/>
              <a:cs typeface="Times New Roman" panose="02020603050405020304" pitchFamily="18" charset="0"/>
            </a:rPr>
            <a:t>Radical feminists see patriarchy as embedded into all aspects of society, including legal, political and social institutions. Therefore, any change within those institutions is unlikely to address the root cause of oppression, which is patriarchy. Due to this, </a:t>
          </a:r>
          <a:r>
            <a:rPr lang="en-US" sz="1800" b="1" dirty="0" smtClean="0">
              <a:solidFill>
                <a:schemeClr val="tx1"/>
              </a:solidFill>
              <a:latin typeface="Times New Roman" panose="02020603050405020304" pitchFamily="18" charset="0"/>
              <a:cs typeface="Times New Roman" panose="02020603050405020304" pitchFamily="18" charset="0"/>
            </a:rPr>
            <a:t>radical feminists seek to dismantle the entire system of patriarchy rather than make changes within the existing system through legal or social changes.</a:t>
          </a:r>
          <a:endParaRPr lang="en-US" sz="1800" b="1" dirty="0">
            <a:solidFill>
              <a:schemeClr val="tx1"/>
            </a:solidFill>
            <a:latin typeface="Times New Roman" panose="02020603050405020304" pitchFamily="18" charset="0"/>
            <a:cs typeface="Times New Roman" panose="02020603050405020304" pitchFamily="18" charset="0"/>
          </a:endParaRPr>
        </a:p>
      </dgm:t>
    </dgm:pt>
    <dgm:pt modelId="{F2E29F8E-B87E-4F9D-B65B-BAF78F80C9F7}" type="parTrans" cxnId="{5415E86A-05C8-47C8-9F09-E233C8C73E72}">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451E6777-FC8F-4484-96F2-B6A730AC2CAD}" type="sibTrans" cxnId="{5415E86A-05C8-47C8-9F09-E233C8C73E72}">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41D8F5E5-B035-4D31-8BF3-C47E745795B1}">
      <dgm:prSet custT="1"/>
      <dgm:spPr/>
      <dgm:t>
        <a:bodyPr/>
        <a:lstStyle/>
        <a:p>
          <a:r>
            <a:rPr lang="en-US" sz="1800" dirty="0" smtClean="0">
              <a:solidFill>
                <a:schemeClr val="tx1"/>
              </a:solidFill>
              <a:latin typeface="Times New Roman" panose="02020603050405020304" pitchFamily="18" charset="0"/>
              <a:cs typeface="Times New Roman" panose="02020603050405020304" pitchFamily="18" charset="0"/>
            </a:rPr>
            <a:t>Radical feminists </a:t>
          </a:r>
          <a:r>
            <a:rPr lang="en-US" sz="1800" b="1" dirty="0" smtClean="0">
              <a:solidFill>
                <a:schemeClr val="tx1"/>
              </a:solidFill>
              <a:latin typeface="Times New Roman" panose="02020603050405020304" pitchFamily="18" charset="0"/>
              <a:cs typeface="Times New Roman" panose="02020603050405020304" pitchFamily="18" charset="0"/>
            </a:rPr>
            <a:t>do not see the ability for women to do paid work as liberating. </a:t>
          </a:r>
          <a:r>
            <a:rPr lang="en-US" sz="1800" dirty="0" smtClean="0">
              <a:solidFill>
                <a:schemeClr val="tx1"/>
              </a:solidFill>
              <a:latin typeface="Times New Roman" panose="02020603050405020304" pitchFamily="18" charset="0"/>
              <a:cs typeface="Times New Roman" panose="02020603050405020304" pitchFamily="18" charset="0"/>
            </a:rPr>
            <a:t>They instead argue that women now carry out a dual burden of paid work and domestic work, which continues to be primarily carried out by women. </a:t>
          </a:r>
          <a:endParaRPr lang="en-US" sz="1800" b="1" dirty="0">
            <a:solidFill>
              <a:schemeClr val="tx1"/>
            </a:solidFill>
            <a:latin typeface="Times New Roman" panose="02020603050405020304" pitchFamily="18" charset="0"/>
            <a:cs typeface="Times New Roman" panose="02020603050405020304" pitchFamily="18" charset="0"/>
          </a:endParaRPr>
        </a:p>
      </dgm:t>
    </dgm:pt>
    <dgm:pt modelId="{739AD15E-E323-487A-B96A-79B8A72422A6}" type="parTrans" cxnId="{2D4B9541-7703-4CB4-AB63-15A85730066D}">
      <dgm:prSet/>
      <dgm:spPr/>
      <dgm:t>
        <a:bodyPr/>
        <a:lstStyle/>
        <a:p>
          <a:endParaRPr lang="en-US"/>
        </a:p>
      </dgm:t>
    </dgm:pt>
    <dgm:pt modelId="{663E3372-876E-44D2-AF6E-9321154E0B42}" type="sibTrans" cxnId="{2D4B9541-7703-4CB4-AB63-15A85730066D}">
      <dgm:prSet/>
      <dgm:spPr/>
      <dgm:t>
        <a:bodyPr/>
        <a:lstStyle/>
        <a:p>
          <a:endParaRPr lang="en-US"/>
        </a:p>
      </dgm:t>
    </dgm:pt>
    <dgm:pt modelId="{ADFD34AD-4C67-4B05-8FE6-DF80DB202ABB}" type="pres">
      <dgm:prSet presAssocID="{9D940C71-D0A5-4B3C-858D-BFD8E3074BF5}" presName="vert0" presStyleCnt="0">
        <dgm:presLayoutVars>
          <dgm:dir/>
          <dgm:animOne val="branch"/>
          <dgm:animLvl val="lvl"/>
        </dgm:presLayoutVars>
      </dgm:prSet>
      <dgm:spPr/>
      <dgm:t>
        <a:bodyPr/>
        <a:lstStyle/>
        <a:p>
          <a:endParaRPr lang="en-US"/>
        </a:p>
      </dgm:t>
    </dgm:pt>
    <dgm:pt modelId="{123F0BB6-41B7-49EB-B161-95B8B7A683E1}" type="pres">
      <dgm:prSet presAssocID="{B96A33E0-0C4D-43BF-9AB8-8ABC40FD62F9}" presName="thickLine" presStyleLbl="alignNode1" presStyleIdx="0" presStyleCnt="2"/>
      <dgm:spPr/>
    </dgm:pt>
    <dgm:pt modelId="{C5DBD2CC-4C1E-489B-94C3-2E49C1F3D13D}" type="pres">
      <dgm:prSet presAssocID="{B96A33E0-0C4D-43BF-9AB8-8ABC40FD62F9}" presName="horz1" presStyleCnt="0"/>
      <dgm:spPr/>
    </dgm:pt>
    <dgm:pt modelId="{1A98DD0B-E150-46F5-B21E-F0830F47DA79}" type="pres">
      <dgm:prSet presAssocID="{B96A33E0-0C4D-43BF-9AB8-8ABC40FD62F9}" presName="tx1" presStyleLbl="revTx" presStyleIdx="0" presStyleCnt="2"/>
      <dgm:spPr/>
      <dgm:t>
        <a:bodyPr/>
        <a:lstStyle/>
        <a:p>
          <a:endParaRPr lang="en-US"/>
        </a:p>
      </dgm:t>
    </dgm:pt>
    <dgm:pt modelId="{859ECC57-DF2A-44C3-9B38-8B2D3922A215}" type="pres">
      <dgm:prSet presAssocID="{B96A33E0-0C4D-43BF-9AB8-8ABC40FD62F9}" presName="vert1" presStyleCnt="0"/>
      <dgm:spPr/>
    </dgm:pt>
    <dgm:pt modelId="{6BCE63BE-155E-45E2-B4BA-F247F2F04D7A}" type="pres">
      <dgm:prSet presAssocID="{41D8F5E5-B035-4D31-8BF3-C47E745795B1}" presName="thickLine" presStyleLbl="alignNode1" presStyleIdx="1" presStyleCnt="2"/>
      <dgm:spPr/>
    </dgm:pt>
    <dgm:pt modelId="{10B23526-4FAC-4292-8528-5353767287AE}" type="pres">
      <dgm:prSet presAssocID="{41D8F5E5-B035-4D31-8BF3-C47E745795B1}" presName="horz1" presStyleCnt="0"/>
      <dgm:spPr/>
    </dgm:pt>
    <dgm:pt modelId="{5A293C6E-CC53-4E87-93AA-EB3D99249D3B}" type="pres">
      <dgm:prSet presAssocID="{41D8F5E5-B035-4D31-8BF3-C47E745795B1}" presName="tx1" presStyleLbl="revTx" presStyleIdx="1" presStyleCnt="2" custScaleY="127795"/>
      <dgm:spPr/>
      <dgm:t>
        <a:bodyPr/>
        <a:lstStyle/>
        <a:p>
          <a:endParaRPr lang="en-US"/>
        </a:p>
      </dgm:t>
    </dgm:pt>
    <dgm:pt modelId="{AD2D8B94-710A-4792-97B3-BC3A4AC37A63}" type="pres">
      <dgm:prSet presAssocID="{41D8F5E5-B035-4D31-8BF3-C47E745795B1}" presName="vert1" presStyleCnt="0"/>
      <dgm:spPr/>
    </dgm:pt>
  </dgm:ptLst>
  <dgm:cxnLst>
    <dgm:cxn modelId="{2D4B9541-7703-4CB4-AB63-15A85730066D}" srcId="{9D940C71-D0A5-4B3C-858D-BFD8E3074BF5}" destId="{41D8F5E5-B035-4D31-8BF3-C47E745795B1}" srcOrd="1" destOrd="0" parTransId="{739AD15E-E323-487A-B96A-79B8A72422A6}" sibTransId="{663E3372-876E-44D2-AF6E-9321154E0B42}"/>
    <dgm:cxn modelId="{EF2E1A28-37A0-430F-B11A-B3092C1A0C24}" type="presOf" srcId="{41D8F5E5-B035-4D31-8BF3-C47E745795B1}" destId="{5A293C6E-CC53-4E87-93AA-EB3D99249D3B}" srcOrd="0" destOrd="0" presId="urn:microsoft.com/office/officeart/2008/layout/LinedList"/>
    <dgm:cxn modelId="{3B868E88-5F7C-45F6-A3E2-527529F09ED9}" type="presOf" srcId="{9D940C71-D0A5-4B3C-858D-BFD8E3074BF5}" destId="{ADFD34AD-4C67-4B05-8FE6-DF80DB202ABB}" srcOrd="0" destOrd="0" presId="urn:microsoft.com/office/officeart/2008/layout/LinedList"/>
    <dgm:cxn modelId="{5415E86A-05C8-47C8-9F09-E233C8C73E72}" srcId="{9D940C71-D0A5-4B3C-858D-BFD8E3074BF5}" destId="{B96A33E0-0C4D-43BF-9AB8-8ABC40FD62F9}" srcOrd="0" destOrd="0" parTransId="{F2E29F8E-B87E-4F9D-B65B-BAF78F80C9F7}" sibTransId="{451E6777-FC8F-4484-96F2-B6A730AC2CAD}"/>
    <dgm:cxn modelId="{F2C8EE4B-FE74-4FFC-AB20-9733BEB03985}" type="presOf" srcId="{B96A33E0-0C4D-43BF-9AB8-8ABC40FD62F9}" destId="{1A98DD0B-E150-46F5-B21E-F0830F47DA79}" srcOrd="0" destOrd="0" presId="urn:microsoft.com/office/officeart/2008/layout/LinedList"/>
    <dgm:cxn modelId="{A3B37937-E77D-4980-AD93-6F52D3C3D167}" type="presParOf" srcId="{ADFD34AD-4C67-4B05-8FE6-DF80DB202ABB}" destId="{123F0BB6-41B7-49EB-B161-95B8B7A683E1}" srcOrd="0" destOrd="0" presId="urn:microsoft.com/office/officeart/2008/layout/LinedList"/>
    <dgm:cxn modelId="{37C6A1C8-7B14-45D5-A8D6-FC1FA0675ECA}" type="presParOf" srcId="{ADFD34AD-4C67-4B05-8FE6-DF80DB202ABB}" destId="{C5DBD2CC-4C1E-489B-94C3-2E49C1F3D13D}" srcOrd="1" destOrd="0" presId="urn:microsoft.com/office/officeart/2008/layout/LinedList"/>
    <dgm:cxn modelId="{6755549E-5FF3-424B-9A3B-F6928BEA00C2}" type="presParOf" srcId="{C5DBD2CC-4C1E-489B-94C3-2E49C1F3D13D}" destId="{1A98DD0B-E150-46F5-B21E-F0830F47DA79}" srcOrd="0" destOrd="0" presId="urn:microsoft.com/office/officeart/2008/layout/LinedList"/>
    <dgm:cxn modelId="{9F59F772-82D1-42C1-91E8-B38385A6E644}" type="presParOf" srcId="{C5DBD2CC-4C1E-489B-94C3-2E49C1F3D13D}" destId="{859ECC57-DF2A-44C3-9B38-8B2D3922A215}" srcOrd="1" destOrd="0" presId="urn:microsoft.com/office/officeart/2008/layout/LinedList"/>
    <dgm:cxn modelId="{B8A54E91-410E-40C7-8DB7-4BF7D1FEF86B}" type="presParOf" srcId="{ADFD34AD-4C67-4B05-8FE6-DF80DB202ABB}" destId="{6BCE63BE-155E-45E2-B4BA-F247F2F04D7A}" srcOrd="2" destOrd="0" presId="urn:microsoft.com/office/officeart/2008/layout/LinedList"/>
    <dgm:cxn modelId="{B1B6A16D-BB5A-4181-8BF8-D578678C3AEC}" type="presParOf" srcId="{ADFD34AD-4C67-4B05-8FE6-DF80DB202ABB}" destId="{10B23526-4FAC-4292-8528-5353767287AE}" srcOrd="3" destOrd="0" presId="urn:microsoft.com/office/officeart/2008/layout/LinedList"/>
    <dgm:cxn modelId="{0B63B76A-6417-4EC0-9C94-75F0740FA2D7}" type="presParOf" srcId="{10B23526-4FAC-4292-8528-5353767287AE}" destId="{5A293C6E-CC53-4E87-93AA-EB3D99249D3B}" srcOrd="0" destOrd="0" presId="urn:microsoft.com/office/officeart/2008/layout/LinedList"/>
    <dgm:cxn modelId="{44BCF888-1451-4E10-AD12-9F0B40623721}" type="presParOf" srcId="{10B23526-4FAC-4292-8528-5353767287AE}" destId="{AD2D8B94-710A-4792-97B3-BC3A4AC37A63}"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07070901-81DC-422F-A7CD-33330DDDDDB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BBF664D-BB9C-4234-BC80-FBD7A9BB1995}">
      <dgm:prSet phldrT="[Text]" custT="1"/>
      <dgm:spPr/>
      <dgm:t>
        <a:bodyPr/>
        <a:lstStyle/>
        <a:p>
          <a:r>
            <a:rPr lang="en-US" sz="1800" dirty="0" smtClean="0">
              <a:solidFill>
                <a:schemeClr val="tx1"/>
              </a:solidFill>
              <a:latin typeface="Times New Roman" panose="02020603050405020304" pitchFamily="18" charset="0"/>
              <a:cs typeface="Times New Roman" panose="02020603050405020304" pitchFamily="18" charset="0"/>
            </a:rPr>
            <a:t>Radical feminism is a theory that </a:t>
          </a:r>
          <a:r>
            <a:rPr lang="en-US" sz="1800" b="1" dirty="0" smtClean="0">
              <a:solidFill>
                <a:schemeClr val="tx1"/>
              </a:solidFill>
              <a:latin typeface="Times New Roman" panose="02020603050405020304" pitchFamily="18" charset="0"/>
              <a:cs typeface="Times New Roman" panose="02020603050405020304" pitchFamily="18" charset="0"/>
            </a:rPr>
            <a:t>blames women's oppression and exploitation on men.</a:t>
          </a:r>
          <a:r>
            <a:rPr lang="en-US" sz="1800" dirty="0" smtClean="0">
              <a:solidFill>
                <a:schemeClr val="tx1"/>
              </a:solidFill>
              <a:latin typeface="Times New Roman" panose="02020603050405020304" pitchFamily="18" charset="0"/>
              <a:cs typeface="Times New Roman" panose="02020603050405020304" pitchFamily="18" charset="0"/>
            </a:rPr>
            <a:t> Society has been built by and dominated by men to oppress women and exploit them because of their biological functions. Patriarchy characterizes the whole of society, and the only way to remove it is by restructuring society.</a:t>
          </a:r>
          <a:endParaRPr lang="en-US" sz="1800" dirty="0"/>
        </a:p>
      </dgm:t>
    </dgm:pt>
    <dgm:pt modelId="{5E3B7565-995D-423F-BFF5-D0968A4B6E6F}" type="parTrans" cxnId="{78876E51-0967-4545-8CEA-2B2F3765476F}">
      <dgm:prSet/>
      <dgm:spPr/>
      <dgm:t>
        <a:bodyPr/>
        <a:lstStyle/>
        <a:p>
          <a:endParaRPr lang="en-US"/>
        </a:p>
      </dgm:t>
    </dgm:pt>
    <dgm:pt modelId="{DD3948C0-2E4E-4495-90BF-2A0253589443}" type="sibTrans" cxnId="{78876E51-0967-4545-8CEA-2B2F3765476F}">
      <dgm:prSet/>
      <dgm:spPr/>
      <dgm:t>
        <a:bodyPr/>
        <a:lstStyle/>
        <a:p>
          <a:endParaRPr lang="en-US"/>
        </a:p>
      </dgm:t>
    </dgm:pt>
    <dgm:pt modelId="{A064F90B-A392-4A30-AD95-D31EA4D916AA}" type="pres">
      <dgm:prSet presAssocID="{07070901-81DC-422F-A7CD-33330DDDDDB0}" presName="vert0" presStyleCnt="0">
        <dgm:presLayoutVars>
          <dgm:dir/>
          <dgm:animOne val="branch"/>
          <dgm:animLvl val="lvl"/>
        </dgm:presLayoutVars>
      </dgm:prSet>
      <dgm:spPr/>
      <dgm:t>
        <a:bodyPr/>
        <a:lstStyle/>
        <a:p>
          <a:endParaRPr lang="en-US"/>
        </a:p>
      </dgm:t>
    </dgm:pt>
    <dgm:pt modelId="{34427F32-836F-42A4-B38F-C5E19AB7DEFF}" type="pres">
      <dgm:prSet presAssocID="{ABBF664D-BB9C-4234-BC80-FBD7A9BB1995}" presName="thickLine" presStyleLbl="alignNode1" presStyleIdx="0" presStyleCnt="1"/>
      <dgm:spPr/>
    </dgm:pt>
    <dgm:pt modelId="{0F4796CD-717A-4B8F-B1D8-31328F805D92}" type="pres">
      <dgm:prSet presAssocID="{ABBF664D-BB9C-4234-BC80-FBD7A9BB1995}" presName="horz1" presStyleCnt="0"/>
      <dgm:spPr/>
    </dgm:pt>
    <dgm:pt modelId="{2F3954F9-1F35-4113-9DF8-7A4457CAA6A1}" type="pres">
      <dgm:prSet presAssocID="{ABBF664D-BB9C-4234-BC80-FBD7A9BB1995}" presName="tx1" presStyleLbl="revTx" presStyleIdx="0" presStyleCnt="1"/>
      <dgm:spPr/>
      <dgm:t>
        <a:bodyPr/>
        <a:lstStyle/>
        <a:p>
          <a:endParaRPr lang="en-US"/>
        </a:p>
      </dgm:t>
    </dgm:pt>
    <dgm:pt modelId="{08C128E1-C653-4130-9A32-9B242ACA7616}" type="pres">
      <dgm:prSet presAssocID="{ABBF664D-BB9C-4234-BC80-FBD7A9BB1995}" presName="vert1" presStyleCnt="0"/>
      <dgm:spPr/>
    </dgm:pt>
  </dgm:ptLst>
  <dgm:cxnLst>
    <dgm:cxn modelId="{3623EE0A-F43F-48E7-A404-D610484C0067}" type="presOf" srcId="{07070901-81DC-422F-A7CD-33330DDDDDB0}" destId="{A064F90B-A392-4A30-AD95-D31EA4D916AA}" srcOrd="0" destOrd="0" presId="urn:microsoft.com/office/officeart/2008/layout/LinedList"/>
    <dgm:cxn modelId="{78876E51-0967-4545-8CEA-2B2F3765476F}" srcId="{07070901-81DC-422F-A7CD-33330DDDDDB0}" destId="{ABBF664D-BB9C-4234-BC80-FBD7A9BB1995}" srcOrd="0" destOrd="0" parTransId="{5E3B7565-995D-423F-BFF5-D0968A4B6E6F}" sibTransId="{DD3948C0-2E4E-4495-90BF-2A0253589443}"/>
    <dgm:cxn modelId="{5CE5D500-8F1A-4C3B-AEF7-9A3F9F78D2D0}" type="presOf" srcId="{ABBF664D-BB9C-4234-BC80-FBD7A9BB1995}" destId="{2F3954F9-1F35-4113-9DF8-7A4457CAA6A1}" srcOrd="0" destOrd="0" presId="urn:microsoft.com/office/officeart/2008/layout/LinedList"/>
    <dgm:cxn modelId="{F847798A-5DDC-442F-B05B-2902E2BC0D9E}" type="presParOf" srcId="{A064F90B-A392-4A30-AD95-D31EA4D916AA}" destId="{34427F32-836F-42A4-B38F-C5E19AB7DEFF}" srcOrd="0" destOrd="0" presId="urn:microsoft.com/office/officeart/2008/layout/LinedList"/>
    <dgm:cxn modelId="{7D2C69CB-8D49-482A-93B1-0B8D97F7DCF6}" type="presParOf" srcId="{A064F90B-A392-4A30-AD95-D31EA4D916AA}" destId="{0F4796CD-717A-4B8F-B1D8-31328F805D92}" srcOrd="1" destOrd="0" presId="urn:microsoft.com/office/officeart/2008/layout/LinedList"/>
    <dgm:cxn modelId="{C51C8376-04A7-40E8-B961-2441B2E2981D}" type="presParOf" srcId="{0F4796CD-717A-4B8F-B1D8-31328F805D92}" destId="{2F3954F9-1F35-4113-9DF8-7A4457CAA6A1}" srcOrd="0" destOrd="0" presId="urn:microsoft.com/office/officeart/2008/layout/LinedList"/>
    <dgm:cxn modelId="{097A07DC-1488-495E-9092-553B367500E1}" type="presParOf" srcId="{0F4796CD-717A-4B8F-B1D8-31328F805D92}" destId="{08C128E1-C653-4130-9A32-9B242ACA7616}"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5E07A4CF-A8E5-4F59-840C-4AC58B67F6A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19E55D-E8F7-432A-B782-400A3AF9B92F}">
      <dgm:prSet custT="1"/>
      <dgm:spPr>
        <a:solidFill>
          <a:srgbClr val="BC1041"/>
        </a:solidFill>
      </dgm:spPr>
      <dgm:t>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Key aims of radical feminism</a:t>
          </a:r>
          <a:endParaRPr lang="en-US" sz="2000" dirty="0">
            <a:solidFill>
              <a:schemeClr val="bg1"/>
            </a:solidFill>
            <a:latin typeface="Times New Roman" panose="02020603050405020304" pitchFamily="18" charset="0"/>
            <a:cs typeface="Times New Roman" panose="02020603050405020304" pitchFamily="18" charset="0"/>
          </a:endParaRPr>
        </a:p>
      </dgm:t>
    </dgm:pt>
    <dgm:pt modelId="{EAE0A0BF-50D8-4B5F-9AE7-A9E773325641}" type="parTrans" cxnId="{18D7F978-641C-405E-AC41-0F19545537CE}">
      <dgm:prSet/>
      <dgm:spPr/>
      <dgm:t>
        <a:bodyPr/>
        <a:lstStyle/>
        <a:p>
          <a:endParaRPr lang="en-US" sz="2400"/>
        </a:p>
      </dgm:t>
    </dgm:pt>
    <dgm:pt modelId="{809419DA-104F-4B0F-8F85-0E35DC2DC6BF}" type="sibTrans" cxnId="{18D7F978-641C-405E-AC41-0F19545537CE}">
      <dgm:prSet/>
      <dgm:spPr/>
      <dgm:t>
        <a:bodyPr/>
        <a:lstStyle/>
        <a:p>
          <a:endParaRPr lang="en-US" sz="2400"/>
        </a:p>
      </dgm:t>
    </dgm:pt>
    <dgm:pt modelId="{6655ADA4-18EA-4906-AD8D-389C84C9545B}">
      <dgm:prSet custT="1"/>
      <dgm:spPr/>
      <dgm:t>
        <a:bodyPr/>
        <a:lstStyle/>
        <a:p>
          <a:r>
            <a:rPr lang="en-US" sz="2000" dirty="0" smtClean="0">
              <a:solidFill>
                <a:schemeClr val="tx1"/>
              </a:solidFill>
              <a:latin typeface="Times New Roman" panose="02020603050405020304" pitchFamily="18" charset="0"/>
              <a:cs typeface="Times New Roman" panose="02020603050405020304" pitchFamily="18" charset="0"/>
            </a:rPr>
            <a:t>Dismantling the system which will remove the root cause of oppression; patriarchy.</a:t>
          </a:r>
          <a:endParaRPr lang="en-US" sz="2000" dirty="0">
            <a:solidFill>
              <a:schemeClr val="tx1"/>
            </a:solidFill>
            <a:latin typeface="Times New Roman" panose="02020603050405020304" pitchFamily="18" charset="0"/>
            <a:cs typeface="Times New Roman" panose="02020603050405020304" pitchFamily="18" charset="0"/>
          </a:endParaRPr>
        </a:p>
      </dgm:t>
    </dgm:pt>
    <dgm:pt modelId="{32ED5FB5-D400-4898-98B6-A7AFAE60A1BD}" type="parTrans" cxnId="{E76E672F-56AB-4DFB-AA7D-8CC085FF834F}">
      <dgm:prSet/>
      <dgm:spPr/>
      <dgm:t>
        <a:bodyPr/>
        <a:lstStyle/>
        <a:p>
          <a:endParaRPr lang="en-US" sz="2400"/>
        </a:p>
      </dgm:t>
    </dgm:pt>
    <dgm:pt modelId="{0A4B6F9D-0080-4A43-B1BE-169A76DC31FC}" type="sibTrans" cxnId="{E76E672F-56AB-4DFB-AA7D-8CC085FF834F}">
      <dgm:prSet/>
      <dgm:spPr/>
      <dgm:t>
        <a:bodyPr/>
        <a:lstStyle/>
        <a:p>
          <a:endParaRPr lang="en-US" sz="2400"/>
        </a:p>
      </dgm:t>
    </dgm:pt>
    <dgm:pt modelId="{4DA0BF4D-2403-4031-BFE9-BB04EAACC2B5}">
      <dgm:prSet custT="1"/>
      <dgm:spPr/>
      <dgm:t>
        <a:bodyPr/>
        <a:lstStyle/>
        <a:p>
          <a:r>
            <a:rPr lang="en-US" sz="2000" dirty="0" smtClean="0">
              <a:solidFill>
                <a:schemeClr val="tx1"/>
              </a:solidFill>
              <a:latin typeface="Times New Roman" panose="02020603050405020304" pitchFamily="18" charset="0"/>
              <a:cs typeface="Times New Roman" panose="02020603050405020304" pitchFamily="18" charset="0"/>
            </a:rPr>
            <a:t>Proposing alternative family structures to the traditional nuclear family structure, which is oppressive to women.</a:t>
          </a:r>
          <a:endParaRPr lang="en-US" sz="2000" dirty="0">
            <a:solidFill>
              <a:schemeClr val="tx1"/>
            </a:solidFill>
            <a:latin typeface="Times New Roman" panose="02020603050405020304" pitchFamily="18" charset="0"/>
            <a:cs typeface="Times New Roman" panose="02020603050405020304" pitchFamily="18" charset="0"/>
          </a:endParaRPr>
        </a:p>
      </dgm:t>
    </dgm:pt>
    <dgm:pt modelId="{9C84AF28-90E0-400A-8F70-B2C055B50431}" type="parTrans" cxnId="{AC9010C6-8B86-445D-9ED0-ABEBE6FE1E0E}">
      <dgm:prSet/>
      <dgm:spPr/>
      <dgm:t>
        <a:bodyPr/>
        <a:lstStyle/>
        <a:p>
          <a:endParaRPr lang="en-US" sz="2400"/>
        </a:p>
      </dgm:t>
    </dgm:pt>
    <dgm:pt modelId="{165AAC45-0094-46D2-9BA0-750E27BE38FD}" type="sibTrans" cxnId="{AC9010C6-8B86-445D-9ED0-ABEBE6FE1E0E}">
      <dgm:prSet/>
      <dgm:spPr/>
      <dgm:t>
        <a:bodyPr/>
        <a:lstStyle/>
        <a:p>
          <a:endParaRPr lang="en-US" sz="2400"/>
        </a:p>
      </dgm:t>
    </dgm:pt>
    <dgm:pt modelId="{C8EF796D-24AE-45DD-B85D-83E8E95578FB}" type="pres">
      <dgm:prSet presAssocID="{5E07A4CF-A8E5-4F59-840C-4AC58B67F6AA}" presName="linear" presStyleCnt="0">
        <dgm:presLayoutVars>
          <dgm:animLvl val="lvl"/>
          <dgm:resizeHandles val="exact"/>
        </dgm:presLayoutVars>
      </dgm:prSet>
      <dgm:spPr/>
      <dgm:t>
        <a:bodyPr/>
        <a:lstStyle/>
        <a:p>
          <a:endParaRPr lang="en-US"/>
        </a:p>
      </dgm:t>
    </dgm:pt>
    <dgm:pt modelId="{89FF68E4-DE23-469B-A777-BC01512F27F2}" type="pres">
      <dgm:prSet presAssocID="{7919E55D-E8F7-432A-B782-400A3AF9B92F}" presName="parentText" presStyleLbl="node1" presStyleIdx="0" presStyleCnt="1" custLinFactNeighborX="-1081">
        <dgm:presLayoutVars>
          <dgm:chMax val="0"/>
          <dgm:bulletEnabled val="1"/>
        </dgm:presLayoutVars>
      </dgm:prSet>
      <dgm:spPr/>
      <dgm:t>
        <a:bodyPr/>
        <a:lstStyle/>
        <a:p>
          <a:endParaRPr lang="en-US"/>
        </a:p>
      </dgm:t>
    </dgm:pt>
    <dgm:pt modelId="{4F04F3BD-049F-490F-A319-39D806E1D601}" type="pres">
      <dgm:prSet presAssocID="{7919E55D-E8F7-432A-B782-400A3AF9B92F}" presName="childText" presStyleLbl="revTx" presStyleIdx="0" presStyleCnt="1" custScaleY="132674">
        <dgm:presLayoutVars>
          <dgm:bulletEnabled val="1"/>
        </dgm:presLayoutVars>
      </dgm:prSet>
      <dgm:spPr/>
      <dgm:t>
        <a:bodyPr/>
        <a:lstStyle/>
        <a:p>
          <a:endParaRPr lang="en-US"/>
        </a:p>
      </dgm:t>
    </dgm:pt>
  </dgm:ptLst>
  <dgm:cxnLst>
    <dgm:cxn modelId="{E76E672F-56AB-4DFB-AA7D-8CC085FF834F}" srcId="{7919E55D-E8F7-432A-B782-400A3AF9B92F}" destId="{6655ADA4-18EA-4906-AD8D-389C84C9545B}" srcOrd="0" destOrd="0" parTransId="{32ED5FB5-D400-4898-98B6-A7AFAE60A1BD}" sibTransId="{0A4B6F9D-0080-4A43-B1BE-169A76DC31FC}"/>
    <dgm:cxn modelId="{3728CC71-F684-479F-AFC9-18066DB5ED85}" type="presOf" srcId="{6655ADA4-18EA-4906-AD8D-389C84C9545B}" destId="{4F04F3BD-049F-490F-A319-39D806E1D601}" srcOrd="0" destOrd="0" presId="urn:microsoft.com/office/officeart/2005/8/layout/vList2"/>
    <dgm:cxn modelId="{AC9010C6-8B86-445D-9ED0-ABEBE6FE1E0E}" srcId="{7919E55D-E8F7-432A-B782-400A3AF9B92F}" destId="{4DA0BF4D-2403-4031-BFE9-BB04EAACC2B5}" srcOrd="1" destOrd="0" parTransId="{9C84AF28-90E0-400A-8F70-B2C055B50431}" sibTransId="{165AAC45-0094-46D2-9BA0-750E27BE38FD}"/>
    <dgm:cxn modelId="{18D7F978-641C-405E-AC41-0F19545537CE}" srcId="{5E07A4CF-A8E5-4F59-840C-4AC58B67F6AA}" destId="{7919E55D-E8F7-432A-B782-400A3AF9B92F}" srcOrd="0" destOrd="0" parTransId="{EAE0A0BF-50D8-4B5F-9AE7-A9E773325641}" sibTransId="{809419DA-104F-4B0F-8F85-0E35DC2DC6BF}"/>
    <dgm:cxn modelId="{6784A3DE-993C-46C4-A444-0D51B3453311}" type="presOf" srcId="{7919E55D-E8F7-432A-B782-400A3AF9B92F}" destId="{89FF68E4-DE23-469B-A777-BC01512F27F2}" srcOrd="0" destOrd="0" presId="urn:microsoft.com/office/officeart/2005/8/layout/vList2"/>
    <dgm:cxn modelId="{41859C5B-D580-4CCD-8EB4-51D9E06BFED1}" type="presOf" srcId="{4DA0BF4D-2403-4031-BFE9-BB04EAACC2B5}" destId="{4F04F3BD-049F-490F-A319-39D806E1D601}" srcOrd="0" destOrd="1" presId="urn:microsoft.com/office/officeart/2005/8/layout/vList2"/>
    <dgm:cxn modelId="{7FE7CF0F-5670-4D6D-9A0D-14F6AB6D7190}" type="presOf" srcId="{5E07A4CF-A8E5-4F59-840C-4AC58B67F6AA}" destId="{C8EF796D-24AE-45DD-B85D-83E8E95578FB}" srcOrd="0" destOrd="0" presId="urn:microsoft.com/office/officeart/2005/8/layout/vList2"/>
    <dgm:cxn modelId="{6CF910B1-D66E-4FDF-A73E-EFD87B49498A}" type="presParOf" srcId="{C8EF796D-24AE-45DD-B85D-83E8E95578FB}" destId="{89FF68E4-DE23-469B-A777-BC01512F27F2}" srcOrd="0" destOrd="0" presId="urn:microsoft.com/office/officeart/2005/8/layout/vList2"/>
    <dgm:cxn modelId="{0D4ECFFB-8A10-479D-B96A-8CF9EDF63AF4}" type="presParOf" srcId="{C8EF796D-24AE-45DD-B85D-83E8E95578FB}" destId="{4F04F3BD-049F-490F-A319-39D806E1D60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5720FF60-ADFF-4F73-B42D-EC863E4877F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26C6CEC-DBBC-4AB0-98CB-D36DF564034B}">
      <dgm:prSet/>
      <dgm:spPr/>
      <dgm:t>
        <a:bodyPr/>
        <a:lstStyle/>
        <a:p>
          <a:r>
            <a:rPr lang="en-US" dirty="0" smtClean="0">
              <a:solidFill>
                <a:schemeClr val="tx1"/>
              </a:solidFill>
              <a:latin typeface="Times New Roman" panose="02020603050405020304" pitchFamily="18" charset="0"/>
              <a:cs typeface="Times New Roman" panose="02020603050405020304" pitchFamily="18" charset="0"/>
            </a:rPr>
            <a:t>In this way, men benefit from women's unpaid labor. In addition, some argue that since there are expectations on women to be nurturing and caring, they also carry out a 'triple shift'; paid work, domestic work, and emotional labor for caring for their husbands and children.</a:t>
          </a:r>
          <a:endParaRPr lang="en-US" dirty="0"/>
        </a:p>
      </dgm:t>
    </dgm:pt>
    <dgm:pt modelId="{AE44F585-04BE-48F6-86BF-F4A2944CA76E}" type="parTrans" cxnId="{EDD1D7D5-5B75-47FE-BCB6-A748DC81C038}">
      <dgm:prSet/>
      <dgm:spPr/>
      <dgm:t>
        <a:bodyPr/>
        <a:lstStyle/>
        <a:p>
          <a:endParaRPr lang="en-US"/>
        </a:p>
      </dgm:t>
    </dgm:pt>
    <dgm:pt modelId="{737C727D-58CD-42B0-9A8B-48BFB8F13F74}" type="sibTrans" cxnId="{EDD1D7D5-5B75-47FE-BCB6-A748DC81C038}">
      <dgm:prSet/>
      <dgm:spPr/>
      <dgm:t>
        <a:bodyPr/>
        <a:lstStyle/>
        <a:p>
          <a:endParaRPr lang="en-US"/>
        </a:p>
      </dgm:t>
    </dgm:pt>
    <dgm:pt modelId="{F95CC12F-6FA1-466A-A672-B6470A5EA308}">
      <dgm:prSet/>
      <dgm:spPr/>
      <dgm:t>
        <a:bodyPr/>
        <a:lstStyle/>
        <a:p>
          <a:r>
            <a:rPr lang="en-US" dirty="0" smtClean="0">
              <a:solidFill>
                <a:schemeClr val="tx1"/>
              </a:solidFill>
              <a:latin typeface="Times New Roman" panose="02020603050405020304" pitchFamily="18" charset="0"/>
              <a:cs typeface="Times New Roman" panose="02020603050405020304" pitchFamily="18" charset="0"/>
            </a:rPr>
            <a:t>According to radical feminists, men also maintain their power over women through domestic violence, sexual violence, and pornography.</a:t>
          </a:r>
          <a:endParaRPr lang="en-US" dirty="0">
            <a:solidFill>
              <a:schemeClr val="tx1"/>
            </a:solidFill>
            <a:latin typeface="Times New Roman" panose="02020603050405020304" pitchFamily="18" charset="0"/>
            <a:cs typeface="Times New Roman" panose="02020603050405020304" pitchFamily="18" charset="0"/>
          </a:endParaRPr>
        </a:p>
      </dgm:t>
    </dgm:pt>
    <dgm:pt modelId="{B8644C90-20D6-4891-BC65-1DBE1A06B823}" type="parTrans" cxnId="{718C18F1-B6C5-4C37-9953-550411CC3746}">
      <dgm:prSet/>
      <dgm:spPr/>
      <dgm:t>
        <a:bodyPr/>
        <a:lstStyle/>
        <a:p>
          <a:endParaRPr lang="en-US"/>
        </a:p>
      </dgm:t>
    </dgm:pt>
    <dgm:pt modelId="{69FFEECF-95F0-410B-986B-A7ED68ABF79D}" type="sibTrans" cxnId="{718C18F1-B6C5-4C37-9953-550411CC3746}">
      <dgm:prSet/>
      <dgm:spPr/>
      <dgm:t>
        <a:bodyPr/>
        <a:lstStyle/>
        <a:p>
          <a:endParaRPr lang="en-US"/>
        </a:p>
      </dgm:t>
    </dgm:pt>
    <dgm:pt modelId="{57281AA0-2998-443D-BFAE-35B306FB1CAE}" type="pres">
      <dgm:prSet presAssocID="{5720FF60-ADFF-4F73-B42D-EC863E4877F0}" presName="vert0" presStyleCnt="0">
        <dgm:presLayoutVars>
          <dgm:dir/>
          <dgm:animOne val="branch"/>
          <dgm:animLvl val="lvl"/>
        </dgm:presLayoutVars>
      </dgm:prSet>
      <dgm:spPr/>
      <dgm:t>
        <a:bodyPr/>
        <a:lstStyle/>
        <a:p>
          <a:endParaRPr lang="en-US"/>
        </a:p>
      </dgm:t>
    </dgm:pt>
    <dgm:pt modelId="{B3FEDDEF-3A98-4EB3-B72D-F64A7EDEF7D0}" type="pres">
      <dgm:prSet presAssocID="{226C6CEC-DBBC-4AB0-98CB-D36DF564034B}" presName="thickLine" presStyleLbl="alignNode1" presStyleIdx="0" presStyleCnt="2"/>
      <dgm:spPr/>
    </dgm:pt>
    <dgm:pt modelId="{4C7CD822-5946-4791-ABB4-742BAD470C91}" type="pres">
      <dgm:prSet presAssocID="{226C6CEC-DBBC-4AB0-98CB-D36DF564034B}" presName="horz1" presStyleCnt="0"/>
      <dgm:spPr/>
    </dgm:pt>
    <dgm:pt modelId="{3ECD3FBC-8BEA-45B2-A971-F315DC9DD9FC}" type="pres">
      <dgm:prSet presAssocID="{226C6CEC-DBBC-4AB0-98CB-D36DF564034B}" presName="tx1" presStyleLbl="revTx" presStyleIdx="0" presStyleCnt="2"/>
      <dgm:spPr/>
      <dgm:t>
        <a:bodyPr/>
        <a:lstStyle/>
        <a:p>
          <a:endParaRPr lang="en-US"/>
        </a:p>
      </dgm:t>
    </dgm:pt>
    <dgm:pt modelId="{451A0B41-2219-498D-9C4E-FE95A8ABEFE8}" type="pres">
      <dgm:prSet presAssocID="{226C6CEC-DBBC-4AB0-98CB-D36DF564034B}" presName="vert1" presStyleCnt="0"/>
      <dgm:spPr/>
    </dgm:pt>
    <dgm:pt modelId="{619DE47B-1E57-42D7-958D-ACD7B82446A6}" type="pres">
      <dgm:prSet presAssocID="{F95CC12F-6FA1-466A-A672-B6470A5EA308}" presName="thickLine" presStyleLbl="alignNode1" presStyleIdx="1" presStyleCnt="2"/>
      <dgm:spPr/>
    </dgm:pt>
    <dgm:pt modelId="{2AB12B89-C53D-4BE9-8AC9-1D0016F2A57C}" type="pres">
      <dgm:prSet presAssocID="{F95CC12F-6FA1-466A-A672-B6470A5EA308}" presName="horz1" presStyleCnt="0"/>
      <dgm:spPr/>
    </dgm:pt>
    <dgm:pt modelId="{EFF710DB-B021-4EFB-9E41-6C88F3326810}" type="pres">
      <dgm:prSet presAssocID="{F95CC12F-6FA1-466A-A672-B6470A5EA308}" presName="tx1" presStyleLbl="revTx" presStyleIdx="1" presStyleCnt="2"/>
      <dgm:spPr/>
      <dgm:t>
        <a:bodyPr/>
        <a:lstStyle/>
        <a:p>
          <a:endParaRPr lang="en-US"/>
        </a:p>
      </dgm:t>
    </dgm:pt>
    <dgm:pt modelId="{ED262154-A25C-4D2E-A029-9E9B1000DAD1}" type="pres">
      <dgm:prSet presAssocID="{F95CC12F-6FA1-466A-A672-B6470A5EA308}" presName="vert1" presStyleCnt="0"/>
      <dgm:spPr/>
    </dgm:pt>
  </dgm:ptLst>
  <dgm:cxnLst>
    <dgm:cxn modelId="{5318194C-7263-4F24-916D-F6EC3B8EE8DD}" type="presOf" srcId="{5720FF60-ADFF-4F73-B42D-EC863E4877F0}" destId="{57281AA0-2998-443D-BFAE-35B306FB1CAE}" srcOrd="0" destOrd="0" presId="urn:microsoft.com/office/officeart/2008/layout/LinedList"/>
    <dgm:cxn modelId="{718C18F1-B6C5-4C37-9953-550411CC3746}" srcId="{5720FF60-ADFF-4F73-B42D-EC863E4877F0}" destId="{F95CC12F-6FA1-466A-A672-B6470A5EA308}" srcOrd="1" destOrd="0" parTransId="{B8644C90-20D6-4891-BC65-1DBE1A06B823}" sibTransId="{69FFEECF-95F0-410B-986B-A7ED68ABF79D}"/>
    <dgm:cxn modelId="{BF9436FF-A45F-4DE9-A250-784ED01E7D47}" type="presOf" srcId="{F95CC12F-6FA1-466A-A672-B6470A5EA308}" destId="{EFF710DB-B021-4EFB-9E41-6C88F3326810}" srcOrd="0" destOrd="0" presId="urn:microsoft.com/office/officeart/2008/layout/LinedList"/>
    <dgm:cxn modelId="{4D5B007C-1009-4EA5-A752-B0DEFE2746C1}" type="presOf" srcId="{226C6CEC-DBBC-4AB0-98CB-D36DF564034B}" destId="{3ECD3FBC-8BEA-45B2-A971-F315DC9DD9FC}" srcOrd="0" destOrd="0" presId="urn:microsoft.com/office/officeart/2008/layout/LinedList"/>
    <dgm:cxn modelId="{EDD1D7D5-5B75-47FE-BCB6-A748DC81C038}" srcId="{5720FF60-ADFF-4F73-B42D-EC863E4877F0}" destId="{226C6CEC-DBBC-4AB0-98CB-D36DF564034B}" srcOrd="0" destOrd="0" parTransId="{AE44F585-04BE-48F6-86BF-F4A2944CA76E}" sibTransId="{737C727D-58CD-42B0-9A8B-48BFB8F13F74}"/>
    <dgm:cxn modelId="{E6D077BA-0EDA-46EA-9B05-5E390A9D21A3}" type="presParOf" srcId="{57281AA0-2998-443D-BFAE-35B306FB1CAE}" destId="{B3FEDDEF-3A98-4EB3-B72D-F64A7EDEF7D0}" srcOrd="0" destOrd="0" presId="urn:microsoft.com/office/officeart/2008/layout/LinedList"/>
    <dgm:cxn modelId="{74BE5EDA-637B-4920-B7AD-7BF0AE164A1D}" type="presParOf" srcId="{57281AA0-2998-443D-BFAE-35B306FB1CAE}" destId="{4C7CD822-5946-4791-ABB4-742BAD470C91}" srcOrd="1" destOrd="0" presId="urn:microsoft.com/office/officeart/2008/layout/LinedList"/>
    <dgm:cxn modelId="{9A79EE2F-4379-4384-B0AA-798EA757CB35}" type="presParOf" srcId="{4C7CD822-5946-4791-ABB4-742BAD470C91}" destId="{3ECD3FBC-8BEA-45B2-A971-F315DC9DD9FC}" srcOrd="0" destOrd="0" presId="urn:microsoft.com/office/officeart/2008/layout/LinedList"/>
    <dgm:cxn modelId="{4DD3A79D-0226-4173-9DE2-6F3A89648C15}" type="presParOf" srcId="{4C7CD822-5946-4791-ABB4-742BAD470C91}" destId="{451A0B41-2219-498D-9C4E-FE95A8ABEFE8}" srcOrd="1" destOrd="0" presId="urn:microsoft.com/office/officeart/2008/layout/LinedList"/>
    <dgm:cxn modelId="{C71D589A-80F5-4B92-9679-1F06667DD4E4}" type="presParOf" srcId="{57281AA0-2998-443D-BFAE-35B306FB1CAE}" destId="{619DE47B-1E57-42D7-958D-ACD7B82446A6}" srcOrd="2" destOrd="0" presId="urn:microsoft.com/office/officeart/2008/layout/LinedList"/>
    <dgm:cxn modelId="{BF135A22-D444-4002-A4F4-9C63A194F547}" type="presParOf" srcId="{57281AA0-2998-443D-BFAE-35B306FB1CAE}" destId="{2AB12B89-C53D-4BE9-8AC9-1D0016F2A57C}" srcOrd="3" destOrd="0" presId="urn:microsoft.com/office/officeart/2008/layout/LinedList"/>
    <dgm:cxn modelId="{7F617187-07F6-4D06-9C4C-4747C858E3F1}" type="presParOf" srcId="{2AB12B89-C53D-4BE9-8AC9-1D0016F2A57C}" destId="{EFF710DB-B021-4EFB-9E41-6C88F3326810}" srcOrd="0" destOrd="0" presId="urn:microsoft.com/office/officeart/2008/layout/LinedList"/>
    <dgm:cxn modelId="{D06C0DCA-8E7F-4699-AE2B-AD939EA7197B}" type="presParOf" srcId="{2AB12B89-C53D-4BE9-8AC9-1D0016F2A57C}" destId="{ED262154-A25C-4D2E-A029-9E9B1000DAD1}"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BC4518-BD19-40FE-8A92-0DEA4BF0C95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9A23CAF-A747-4268-AD87-9DD0F98B4AB2}">
      <dgm:prSet custT="1"/>
      <dgm:spPr/>
      <dgm:t>
        <a:bodyPr/>
        <a:lstStyle/>
        <a:p>
          <a:r>
            <a:rPr lang="en-US" sz="2200" b="1" dirty="0" smtClean="0">
              <a:solidFill>
                <a:schemeClr val="tx1"/>
              </a:solidFill>
              <a:latin typeface="Times New Roman" panose="02020603050405020304" pitchFamily="18" charset="0"/>
              <a:cs typeface="Times New Roman" panose="02020603050405020304" pitchFamily="18" charset="0"/>
            </a:rPr>
            <a:t>Postmodernist feminism</a:t>
          </a:r>
          <a:r>
            <a:rPr lang="en-US" sz="2200" dirty="0" smtClean="0">
              <a:solidFill>
                <a:schemeClr val="tx1"/>
              </a:solidFill>
              <a:latin typeface="Times New Roman" panose="02020603050405020304" pitchFamily="18" charset="0"/>
              <a:cs typeface="Times New Roman" panose="02020603050405020304" pitchFamily="18" charset="0"/>
            </a:rPr>
            <a:t> in sociology is a theory that differs in many ways from the three main modernist branches of feminism. </a:t>
          </a:r>
          <a:endParaRPr lang="en-US" sz="2200" b="0" i="0" dirty="0">
            <a:solidFill>
              <a:schemeClr val="tx1"/>
            </a:solidFill>
            <a:effectLst/>
            <a:latin typeface="Times New Roman" panose="02020603050405020304" pitchFamily="18" charset="0"/>
            <a:cs typeface="Times New Roman" panose="02020603050405020304" pitchFamily="18" charset="0"/>
          </a:endParaRPr>
        </a:p>
      </dgm:t>
    </dgm:pt>
    <dgm:pt modelId="{33541706-066C-491F-9551-C7B515A7ADE7}" type="parTrans" cxnId="{FA3228E3-1FFF-47BB-85CA-A247E842E1E6}">
      <dgm:prSet/>
      <dgm:spPr/>
      <dgm:t>
        <a:bodyPr/>
        <a:lstStyle/>
        <a:p>
          <a:endParaRPr lang="en-US" sz="2000"/>
        </a:p>
      </dgm:t>
    </dgm:pt>
    <dgm:pt modelId="{DA7793D8-8AAC-4E20-84BC-AE5ABA31D384}" type="sibTrans" cxnId="{FA3228E3-1FFF-47BB-85CA-A247E842E1E6}">
      <dgm:prSet/>
      <dgm:spPr/>
      <dgm:t>
        <a:bodyPr/>
        <a:lstStyle/>
        <a:p>
          <a:endParaRPr lang="en-US" sz="2000"/>
        </a:p>
      </dgm:t>
    </dgm:pt>
    <dgm:pt modelId="{93813579-1930-4B83-AAD0-698DEDD89320}" type="pres">
      <dgm:prSet presAssocID="{3DBC4518-BD19-40FE-8A92-0DEA4BF0C956}" presName="vert0" presStyleCnt="0">
        <dgm:presLayoutVars>
          <dgm:dir/>
          <dgm:animOne val="branch"/>
          <dgm:animLvl val="lvl"/>
        </dgm:presLayoutVars>
      </dgm:prSet>
      <dgm:spPr/>
      <dgm:t>
        <a:bodyPr/>
        <a:lstStyle/>
        <a:p>
          <a:endParaRPr lang="en-US"/>
        </a:p>
      </dgm:t>
    </dgm:pt>
    <dgm:pt modelId="{6E817FAE-F211-4E48-B41A-C64AB13534CD}" type="pres">
      <dgm:prSet presAssocID="{49A23CAF-A747-4268-AD87-9DD0F98B4AB2}" presName="thickLine" presStyleLbl="alignNode1" presStyleIdx="0" presStyleCnt="1"/>
      <dgm:spPr/>
    </dgm:pt>
    <dgm:pt modelId="{075DE903-946A-4DD3-9D28-DA9BAA153BC8}" type="pres">
      <dgm:prSet presAssocID="{49A23CAF-A747-4268-AD87-9DD0F98B4AB2}" presName="horz1" presStyleCnt="0"/>
      <dgm:spPr/>
    </dgm:pt>
    <dgm:pt modelId="{0EBA29AA-3958-44E6-B259-AD60D363FC1A}" type="pres">
      <dgm:prSet presAssocID="{49A23CAF-A747-4268-AD87-9DD0F98B4AB2}" presName="tx1" presStyleLbl="revTx" presStyleIdx="0" presStyleCnt="1"/>
      <dgm:spPr/>
      <dgm:t>
        <a:bodyPr/>
        <a:lstStyle/>
        <a:p>
          <a:endParaRPr lang="en-US"/>
        </a:p>
      </dgm:t>
    </dgm:pt>
    <dgm:pt modelId="{803C3B2B-F7EE-4682-885A-E58033A400C2}" type="pres">
      <dgm:prSet presAssocID="{49A23CAF-A747-4268-AD87-9DD0F98B4AB2}" presName="vert1" presStyleCnt="0"/>
      <dgm:spPr/>
    </dgm:pt>
  </dgm:ptLst>
  <dgm:cxnLst>
    <dgm:cxn modelId="{FA3228E3-1FFF-47BB-85CA-A247E842E1E6}" srcId="{3DBC4518-BD19-40FE-8A92-0DEA4BF0C956}" destId="{49A23CAF-A747-4268-AD87-9DD0F98B4AB2}" srcOrd="0" destOrd="0" parTransId="{33541706-066C-491F-9551-C7B515A7ADE7}" sibTransId="{DA7793D8-8AAC-4E20-84BC-AE5ABA31D384}"/>
    <dgm:cxn modelId="{81EC72AA-3F4E-4328-998B-9320A1B023B5}" type="presOf" srcId="{49A23CAF-A747-4268-AD87-9DD0F98B4AB2}" destId="{0EBA29AA-3958-44E6-B259-AD60D363FC1A}" srcOrd="0" destOrd="0" presId="urn:microsoft.com/office/officeart/2008/layout/LinedList"/>
    <dgm:cxn modelId="{7042E3FD-CED1-4C8D-A49A-E53007A06815}" type="presOf" srcId="{3DBC4518-BD19-40FE-8A92-0DEA4BF0C956}" destId="{93813579-1930-4B83-AAD0-698DEDD89320}" srcOrd="0" destOrd="0" presId="urn:microsoft.com/office/officeart/2008/layout/LinedList"/>
    <dgm:cxn modelId="{4E1181FB-7A6A-4031-98B1-E0CAE017DA3B}" type="presParOf" srcId="{93813579-1930-4B83-AAD0-698DEDD89320}" destId="{6E817FAE-F211-4E48-B41A-C64AB13534CD}" srcOrd="0" destOrd="0" presId="urn:microsoft.com/office/officeart/2008/layout/LinedList"/>
    <dgm:cxn modelId="{77B86E76-19EC-434A-A74A-CC83D1E53199}" type="presParOf" srcId="{93813579-1930-4B83-AAD0-698DEDD89320}" destId="{075DE903-946A-4DD3-9D28-DA9BAA153BC8}" srcOrd="1" destOrd="0" presId="urn:microsoft.com/office/officeart/2008/layout/LinedList"/>
    <dgm:cxn modelId="{79D34935-9A04-475D-9B86-B4EB8981EAAB}" type="presParOf" srcId="{075DE903-946A-4DD3-9D28-DA9BAA153BC8}" destId="{0EBA29AA-3958-44E6-B259-AD60D363FC1A}" srcOrd="0" destOrd="0" presId="urn:microsoft.com/office/officeart/2008/layout/LinedList"/>
    <dgm:cxn modelId="{BCDDF682-C2E2-45B1-AFC0-57BEDC236C82}" type="presParOf" srcId="{075DE903-946A-4DD3-9D28-DA9BAA153BC8}" destId="{803C3B2B-F7EE-4682-885A-E58033A400C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6D5207D-8AF7-4B27-929E-F3B085CCE5F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D67B233-033D-4B9F-BC25-FCF5CCB78E3F}">
      <dgm:prSet/>
      <dgm:spPr>
        <a:solidFill>
          <a:srgbClr val="BC1041"/>
        </a:solidFill>
      </dgm:spPr>
      <dgm:t>
        <a:bodyPr/>
        <a:lstStyle/>
        <a:p>
          <a:pPr algn="ctr"/>
          <a:r>
            <a:rPr lang="en-US" b="1" dirty="0" smtClean="0">
              <a:solidFill>
                <a:schemeClr val="bg1"/>
              </a:solidFill>
              <a:latin typeface="Times New Roman" panose="02020603050405020304" pitchFamily="18" charset="0"/>
              <a:cs typeface="Times New Roman" panose="02020603050405020304" pitchFamily="18" charset="0"/>
            </a:rPr>
            <a:t>Postmodernist feminism in sociology</a:t>
          </a:r>
          <a:endParaRPr lang="en-US" dirty="0">
            <a:solidFill>
              <a:schemeClr val="bg1"/>
            </a:solidFill>
          </a:endParaRPr>
        </a:p>
      </dgm:t>
    </dgm:pt>
    <dgm:pt modelId="{DF325901-14C8-45B0-9CE1-20A26DCEE534}" type="parTrans" cxnId="{9EF8EA5D-5D61-4C7F-BA19-4B4E8FABBB53}">
      <dgm:prSet/>
      <dgm:spPr/>
      <dgm:t>
        <a:bodyPr/>
        <a:lstStyle/>
        <a:p>
          <a:pPr algn="ctr"/>
          <a:endParaRPr lang="en-US">
            <a:solidFill>
              <a:schemeClr val="bg1"/>
            </a:solidFill>
          </a:endParaRPr>
        </a:p>
      </dgm:t>
    </dgm:pt>
    <dgm:pt modelId="{6BE16539-B1AA-4D73-9949-A040AE29FF96}" type="sibTrans" cxnId="{9EF8EA5D-5D61-4C7F-BA19-4B4E8FABBB53}">
      <dgm:prSet/>
      <dgm:spPr/>
      <dgm:t>
        <a:bodyPr/>
        <a:lstStyle/>
        <a:p>
          <a:pPr algn="ctr"/>
          <a:endParaRPr lang="en-US">
            <a:solidFill>
              <a:schemeClr val="bg1"/>
            </a:solidFill>
          </a:endParaRPr>
        </a:p>
      </dgm:t>
    </dgm:pt>
    <dgm:pt modelId="{EB4E5045-54E3-463D-B43C-8BB12C8A7486}" type="pres">
      <dgm:prSet presAssocID="{E6D5207D-8AF7-4B27-929E-F3B085CCE5F4}" presName="linear" presStyleCnt="0">
        <dgm:presLayoutVars>
          <dgm:animLvl val="lvl"/>
          <dgm:resizeHandles val="exact"/>
        </dgm:presLayoutVars>
      </dgm:prSet>
      <dgm:spPr/>
      <dgm:t>
        <a:bodyPr/>
        <a:lstStyle/>
        <a:p>
          <a:endParaRPr lang="en-US"/>
        </a:p>
      </dgm:t>
    </dgm:pt>
    <dgm:pt modelId="{F90D6BC8-67A3-43BB-8F4C-98D9AFC8BBC9}" type="pres">
      <dgm:prSet presAssocID="{BD67B233-033D-4B9F-BC25-FCF5CCB78E3F}" presName="parentText" presStyleLbl="node1" presStyleIdx="0" presStyleCnt="1">
        <dgm:presLayoutVars>
          <dgm:chMax val="0"/>
          <dgm:bulletEnabled val="1"/>
        </dgm:presLayoutVars>
      </dgm:prSet>
      <dgm:spPr/>
      <dgm:t>
        <a:bodyPr/>
        <a:lstStyle/>
        <a:p>
          <a:endParaRPr lang="en-US"/>
        </a:p>
      </dgm:t>
    </dgm:pt>
  </dgm:ptLst>
  <dgm:cxnLst>
    <dgm:cxn modelId="{BDBAA8CA-9AA7-47B9-8F2F-DE16D74F5888}" type="presOf" srcId="{BD67B233-033D-4B9F-BC25-FCF5CCB78E3F}" destId="{F90D6BC8-67A3-43BB-8F4C-98D9AFC8BBC9}" srcOrd="0" destOrd="0" presId="urn:microsoft.com/office/officeart/2005/8/layout/vList2"/>
    <dgm:cxn modelId="{9EF8EA5D-5D61-4C7F-BA19-4B4E8FABBB53}" srcId="{E6D5207D-8AF7-4B27-929E-F3B085CCE5F4}" destId="{BD67B233-033D-4B9F-BC25-FCF5CCB78E3F}" srcOrd="0" destOrd="0" parTransId="{DF325901-14C8-45B0-9CE1-20A26DCEE534}" sibTransId="{6BE16539-B1AA-4D73-9949-A040AE29FF96}"/>
    <dgm:cxn modelId="{7C99B33F-4128-4AEF-A49C-A2526EC5B072}" type="presOf" srcId="{E6D5207D-8AF7-4B27-929E-F3B085CCE5F4}" destId="{EB4E5045-54E3-463D-B43C-8BB12C8A7486}" srcOrd="0" destOrd="0" presId="urn:microsoft.com/office/officeart/2005/8/layout/vList2"/>
    <dgm:cxn modelId="{34EB99D6-AF59-4ADA-B515-DB297A5477B9}" type="presParOf" srcId="{EB4E5045-54E3-463D-B43C-8BB12C8A7486}" destId="{F90D6BC8-67A3-43BB-8F4C-98D9AFC8BBC9}" srcOrd="0" destOrd="0" presId="urn:microsoft.com/office/officeart/2005/8/layout/vList2"/>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B05D284-FE06-4C22-A4D6-3DC4D15A76F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D2EC188-B5D4-4FB4-AE7F-BD5E40139688}">
      <dgm:prSet custT="1"/>
      <dgm:spPr/>
      <dgm:t>
        <a:bodyPr/>
        <a:lstStyle/>
        <a:p>
          <a:r>
            <a:rPr lang="en-US" sz="2200" dirty="0" smtClean="0">
              <a:solidFill>
                <a:schemeClr val="tx1"/>
              </a:solidFill>
              <a:latin typeface="Times New Roman" panose="02020603050405020304" pitchFamily="18" charset="0"/>
              <a:cs typeface="Times New Roman" panose="02020603050405020304" pitchFamily="18" charset="0"/>
            </a:rPr>
            <a:t>Some believe that whilst patriarchy was a key characteristic of modernity, the postmodern era brings more choice in shaping gender identity, where individuals can 'pick and mix' from different characteristics.</a:t>
          </a:r>
          <a:endParaRPr lang="en-US" sz="2200" dirty="0"/>
        </a:p>
      </dgm:t>
    </dgm:pt>
    <dgm:pt modelId="{E6119906-D737-4FDB-9BF5-509D9904EC6F}" type="parTrans" cxnId="{D11F4E51-C409-4C96-BD87-DDAA65D83D00}">
      <dgm:prSet/>
      <dgm:spPr/>
      <dgm:t>
        <a:bodyPr/>
        <a:lstStyle/>
        <a:p>
          <a:endParaRPr lang="en-US"/>
        </a:p>
      </dgm:t>
    </dgm:pt>
    <dgm:pt modelId="{FFF907A4-1DF2-40B6-B509-975362968727}" type="sibTrans" cxnId="{D11F4E51-C409-4C96-BD87-DDAA65D83D00}">
      <dgm:prSet/>
      <dgm:spPr/>
      <dgm:t>
        <a:bodyPr/>
        <a:lstStyle/>
        <a:p>
          <a:endParaRPr lang="en-US"/>
        </a:p>
      </dgm:t>
    </dgm:pt>
    <dgm:pt modelId="{3691BC4E-D64D-4D6A-AAA8-5F7245518800}" type="pres">
      <dgm:prSet presAssocID="{9B05D284-FE06-4C22-A4D6-3DC4D15A76F1}" presName="vert0" presStyleCnt="0">
        <dgm:presLayoutVars>
          <dgm:dir/>
          <dgm:animOne val="branch"/>
          <dgm:animLvl val="lvl"/>
        </dgm:presLayoutVars>
      </dgm:prSet>
      <dgm:spPr/>
      <dgm:t>
        <a:bodyPr/>
        <a:lstStyle/>
        <a:p>
          <a:endParaRPr lang="en-US"/>
        </a:p>
      </dgm:t>
    </dgm:pt>
    <dgm:pt modelId="{75E6F611-02CE-4D47-ACA9-1688056B652C}" type="pres">
      <dgm:prSet presAssocID="{6D2EC188-B5D4-4FB4-AE7F-BD5E40139688}" presName="thickLine" presStyleLbl="alignNode1" presStyleIdx="0" presStyleCnt="1"/>
      <dgm:spPr/>
    </dgm:pt>
    <dgm:pt modelId="{EF10D523-A7F4-46B0-A56E-49161D47D7EF}" type="pres">
      <dgm:prSet presAssocID="{6D2EC188-B5D4-4FB4-AE7F-BD5E40139688}" presName="horz1" presStyleCnt="0"/>
      <dgm:spPr/>
    </dgm:pt>
    <dgm:pt modelId="{C72A6CCB-E219-4B9F-B772-1DBE982CFAE7}" type="pres">
      <dgm:prSet presAssocID="{6D2EC188-B5D4-4FB4-AE7F-BD5E40139688}" presName="tx1" presStyleLbl="revTx" presStyleIdx="0" presStyleCnt="1"/>
      <dgm:spPr/>
      <dgm:t>
        <a:bodyPr/>
        <a:lstStyle/>
        <a:p>
          <a:endParaRPr lang="en-US"/>
        </a:p>
      </dgm:t>
    </dgm:pt>
    <dgm:pt modelId="{E7FF7105-AEED-40AE-AB29-070FF9CE7259}" type="pres">
      <dgm:prSet presAssocID="{6D2EC188-B5D4-4FB4-AE7F-BD5E40139688}" presName="vert1" presStyleCnt="0"/>
      <dgm:spPr/>
    </dgm:pt>
  </dgm:ptLst>
  <dgm:cxnLst>
    <dgm:cxn modelId="{CBFB1795-2019-4C92-B4FF-B3D2405B80C4}" type="presOf" srcId="{6D2EC188-B5D4-4FB4-AE7F-BD5E40139688}" destId="{C72A6CCB-E219-4B9F-B772-1DBE982CFAE7}" srcOrd="0" destOrd="0" presId="urn:microsoft.com/office/officeart/2008/layout/LinedList"/>
    <dgm:cxn modelId="{8B2BEB2F-C78C-4A0C-A077-5D5A9C862735}" type="presOf" srcId="{9B05D284-FE06-4C22-A4D6-3DC4D15A76F1}" destId="{3691BC4E-D64D-4D6A-AAA8-5F7245518800}" srcOrd="0" destOrd="0" presId="urn:microsoft.com/office/officeart/2008/layout/LinedList"/>
    <dgm:cxn modelId="{D11F4E51-C409-4C96-BD87-DDAA65D83D00}" srcId="{9B05D284-FE06-4C22-A4D6-3DC4D15A76F1}" destId="{6D2EC188-B5D4-4FB4-AE7F-BD5E40139688}" srcOrd="0" destOrd="0" parTransId="{E6119906-D737-4FDB-9BF5-509D9904EC6F}" sibTransId="{FFF907A4-1DF2-40B6-B509-975362968727}"/>
    <dgm:cxn modelId="{F3D41FA4-A490-472F-8074-B12EF75A72DD}" type="presParOf" srcId="{3691BC4E-D64D-4D6A-AAA8-5F7245518800}" destId="{75E6F611-02CE-4D47-ACA9-1688056B652C}" srcOrd="0" destOrd="0" presId="urn:microsoft.com/office/officeart/2008/layout/LinedList"/>
    <dgm:cxn modelId="{DD998D78-649E-436C-9CCE-D9F6426A366C}" type="presParOf" srcId="{3691BC4E-D64D-4D6A-AAA8-5F7245518800}" destId="{EF10D523-A7F4-46B0-A56E-49161D47D7EF}" srcOrd="1" destOrd="0" presId="urn:microsoft.com/office/officeart/2008/layout/LinedList"/>
    <dgm:cxn modelId="{C11C979C-2A74-45AA-BE8C-E1D5DA3EE36C}" type="presParOf" srcId="{EF10D523-A7F4-46B0-A56E-49161D47D7EF}" destId="{C72A6CCB-E219-4B9F-B772-1DBE982CFAE7}" srcOrd="0" destOrd="0" presId="urn:microsoft.com/office/officeart/2008/layout/LinedList"/>
    <dgm:cxn modelId="{3802F14F-F606-4A6D-A0B7-B1712E416DA4}" type="presParOf" srcId="{EF10D523-A7F4-46B0-A56E-49161D47D7EF}" destId="{E7FF7105-AEED-40AE-AB29-070FF9CE7259}"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28147609-014D-4669-86F5-8F8A679FAB6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A3C3C5E-ADE3-483D-BAD6-FDC6E1B34222}">
      <dgm:prSet/>
      <dgm:spPr/>
      <dgm:t>
        <a:bodyPr/>
        <a:lstStyle/>
        <a:p>
          <a:r>
            <a:rPr lang="en-US" dirty="0" smtClean="0">
              <a:solidFill>
                <a:schemeClr val="tx1"/>
              </a:solidFill>
              <a:latin typeface="Times New Roman" panose="02020603050405020304" pitchFamily="18" charset="0"/>
              <a:cs typeface="Times New Roman" panose="02020603050405020304" pitchFamily="18" charset="0"/>
            </a:rPr>
            <a:t>Postmodernism generally challenges modernist approaches and narratives. In feminism, the postmodernist seeks to soften the emphasis on gender differences between men and women and focuses on the vast differences within each gender. </a:t>
          </a:r>
          <a:endParaRPr lang="en-US" dirty="0"/>
        </a:p>
      </dgm:t>
    </dgm:pt>
    <dgm:pt modelId="{1CC31CB8-EFD3-4E80-AF1A-FBFFA344D645}" type="parTrans" cxnId="{46A86A7C-D2BB-44F5-B5B5-93EAD500D63A}">
      <dgm:prSet/>
      <dgm:spPr/>
      <dgm:t>
        <a:bodyPr/>
        <a:lstStyle/>
        <a:p>
          <a:endParaRPr lang="en-US"/>
        </a:p>
      </dgm:t>
    </dgm:pt>
    <dgm:pt modelId="{74C8129C-8C11-4095-9B57-F8602753563B}" type="sibTrans" cxnId="{46A86A7C-D2BB-44F5-B5B5-93EAD500D63A}">
      <dgm:prSet/>
      <dgm:spPr/>
      <dgm:t>
        <a:bodyPr/>
        <a:lstStyle/>
        <a:p>
          <a:endParaRPr lang="en-US"/>
        </a:p>
      </dgm:t>
    </dgm:pt>
    <dgm:pt modelId="{13E36086-EA00-417E-B62C-85D731F5320C}" type="pres">
      <dgm:prSet presAssocID="{28147609-014D-4669-86F5-8F8A679FAB66}" presName="vert0" presStyleCnt="0">
        <dgm:presLayoutVars>
          <dgm:dir/>
          <dgm:animOne val="branch"/>
          <dgm:animLvl val="lvl"/>
        </dgm:presLayoutVars>
      </dgm:prSet>
      <dgm:spPr/>
      <dgm:t>
        <a:bodyPr/>
        <a:lstStyle/>
        <a:p>
          <a:endParaRPr lang="en-US"/>
        </a:p>
      </dgm:t>
    </dgm:pt>
    <dgm:pt modelId="{6CBBA67D-377D-4881-AF2D-2C4D246695C7}" type="pres">
      <dgm:prSet presAssocID="{FA3C3C5E-ADE3-483D-BAD6-FDC6E1B34222}" presName="thickLine" presStyleLbl="alignNode1" presStyleIdx="0" presStyleCnt="1"/>
      <dgm:spPr/>
    </dgm:pt>
    <dgm:pt modelId="{CB7A4E47-5729-4B0F-B928-0856529CB296}" type="pres">
      <dgm:prSet presAssocID="{FA3C3C5E-ADE3-483D-BAD6-FDC6E1B34222}" presName="horz1" presStyleCnt="0"/>
      <dgm:spPr/>
    </dgm:pt>
    <dgm:pt modelId="{EAD0307A-69E0-4701-930B-24FFBC828417}" type="pres">
      <dgm:prSet presAssocID="{FA3C3C5E-ADE3-483D-BAD6-FDC6E1B34222}" presName="tx1" presStyleLbl="revTx" presStyleIdx="0" presStyleCnt="1"/>
      <dgm:spPr/>
      <dgm:t>
        <a:bodyPr/>
        <a:lstStyle/>
        <a:p>
          <a:endParaRPr lang="en-US"/>
        </a:p>
      </dgm:t>
    </dgm:pt>
    <dgm:pt modelId="{4EFC1F15-9D24-4DEE-A259-569667953E24}" type="pres">
      <dgm:prSet presAssocID="{FA3C3C5E-ADE3-483D-BAD6-FDC6E1B34222}" presName="vert1" presStyleCnt="0"/>
      <dgm:spPr/>
    </dgm:pt>
  </dgm:ptLst>
  <dgm:cxnLst>
    <dgm:cxn modelId="{46A86A7C-D2BB-44F5-B5B5-93EAD500D63A}" srcId="{28147609-014D-4669-86F5-8F8A679FAB66}" destId="{FA3C3C5E-ADE3-483D-BAD6-FDC6E1B34222}" srcOrd="0" destOrd="0" parTransId="{1CC31CB8-EFD3-4E80-AF1A-FBFFA344D645}" sibTransId="{74C8129C-8C11-4095-9B57-F8602753563B}"/>
    <dgm:cxn modelId="{62943ACA-AD87-4A20-B586-B09FE64CA69E}" type="presOf" srcId="{28147609-014D-4669-86F5-8F8A679FAB66}" destId="{13E36086-EA00-417E-B62C-85D731F5320C}" srcOrd="0" destOrd="0" presId="urn:microsoft.com/office/officeart/2008/layout/LinedList"/>
    <dgm:cxn modelId="{97206865-5FF4-4CC7-9ADD-D6A9EE09E6BC}" type="presOf" srcId="{FA3C3C5E-ADE3-483D-BAD6-FDC6E1B34222}" destId="{EAD0307A-69E0-4701-930B-24FFBC828417}" srcOrd="0" destOrd="0" presId="urn:microsoft.com/office/officeart/2008/layout/LinedList"/>
    <dgm:cxn modelId="{6D58918D-E5C3-4278-A104-A5732D96162C}" type="presParOf" srcId="{13E36086-EA00-417E-B62C-85D731F5320C}" destId="{6CBBA67D-377D-4881-AF2D-2C4D246695C7}" srcOrd="0" destOrd="0" presId="urn:microsoft.com/office/officeart/2008/layout/LinedList"/>
    <dgm:cxn modelId="{D75A8144-86A8-4141-B4A6-20E9898B8478}" type="presParOf" srcId="{13E36086-EA00-417E-B62C-85D731F5320C}" destId="{CB7A4E47-5729-4B0F-B928-0856529CB296}" srcOrd="1" destOrd="0" presId="urn:microsoft.com/office/officeart/2008/layout/LinedList"/>
    <dgm:cxn modelId="{3799505F-E1B8-4383-A6FD-575DFA46F473}" type="presParOf" srcId="{CB7A4E47-5729-4B0F-B928-0856529CB296}" destId="{EAD0307A-69E0-4701-930B-24FFBC828417}" srcOrd="0" destOrd="0" presId="urn:microsoft.com/office/officeart/2008/layout/LinedList"/>
    <dgm:cxn modelId="{CDDCC294-8443-4328-B32F-73892A62140B}" type="presParOf" srcId="{CB7A4E47-5729-4B0F-B928-0856529CB296}" destId="{4EFC1F15-9D24-4DEE-A259-569667953E24}" srcOrd="1" destOrd="0" presId="urn:microsoft.com/office/officeart/2008/layout/Line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57BD3F7C-C2CA-4007-BB58-FAB73899FCBC}"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745725B0-6707-42DC-8FA7-E5A1FDD44F6B}">
      <dgm:prSet/>
      <dgm:spPr/>
      <dgm:t>
        <a:bodyPr/>
        <a:lstStyle/>
        <a:p>
          <a:r>
            <a:rPr lang="en-US" b="1" dirty="0" smtClean="0">
              <a:latin typeface="Times New Roman" panose="02020603050405020304" pitchFamily="18" charset="0"/>
              <a:cs typeface="Times New Roman" panose="02020603050405020304" pitchFamily="18" charset="0"/>
            </a:rPr>
            <a:t>Liberal feminism </a:t>
          </a:r>
          <a:r>
            <a:rPr lang="en-US" dirty="0" smtClean="0">
              <a:latin typeface="Times New Roman" panose="02020603050405020304" pitchFamily="18" charset="0"/>
              <a:cs typeface="Times New Roman" panose="02020603050405020304" pitchFamily="18" charset="0"/>
            </a:rPr>
            <a:t>seeks to change women's position gradually through </a:t>
          </a:r>
          <a:r>
            <a:rPr lang="en-US" b="1" dirty="0" smtClean="0">
              <a:latin typeface="Times New Roman" panose="02020603050405020304" pitchFamily="18" charset="0"/>
              <a:cs typeface="Times New Roman" panose="02020603050405020304" pitchFamily="18" charset="0"/>
            </a:rPr>
            <a:t>legal and social campaigning. </a:t>
          </a:r>
          <a:r>
            <a:rPr lang="en-US" dirty="0" smtClean="0">
              <a:latin typeface="Times New Roman" panose="02020603050405020304" pitchFamily="18" charset="0"/>
              <a:cs typeface="Times New Roman" panose="02020603050405020304" pitchFamily="18" charset="0"/>
            </a:rPr>
            <a:t>It seeks to address fundamental legal inequalities such as equal pay and equal access to education and work.</a:t>
          </a:r>
          <a:endParaRPr lang="en-US" dirty="0">
            <a:latin typeface="Times New Roman" panose="02020603050405020304" pitchFamily="18" charset="0"/>
            <a:cs typeface="Times New Roman" panose="02020603050405020304" pitchFamily="18" charset="0"/>
          </a:endParaRPr>
        </a:p>
      </dgm:t>
    </dgm:pt>
    <dgm:pt modelId="{C7AD96F4-0986-44D2-9830-E4730ACEE745}" type="parTrans" cxnId="{24E229C2-DC7E-41E0-9D70-91C7EF79DCD2}">
      <dgm:prSet/>
      <dgm:spPr/>
      <dgm:t>
        <a:bodyPr/>
        <a:lstStyle/>
        <a:p>
          <a:endParaRPr lang="en-US"/>
        </a:p>
      </dgm:t>
    </dgm:pt>
    <dgm:pt modelId="{41EC8805-0402-432A-B8BA-9DE4C58750F8}" type="sibTrans" cxnId="{24E229C2-DC7E-41E0-9D70-91C7EF79DCD2}">
      <dgm:prSet/>
      <dgm:spPr/>
      <dgm:t>
        <a:bodyPr/>
        <a:lstStyle/>
        <a:p>
          <a:endParaRPr lang="en-US"/>
        </a:p>
      </dgm:t>
    </dgm:pt>
    <dgm:pt modelId="{1622D937-9DD4-43CB-AFB9-3F662EE42722}">
      <dgm:prSet/>
      <dgm:spPr/>
      <dgm:t>
        <a:bodyPr/>
        <a:lstStyle/>
        <a:p>
          <a:r>
            <a:rPr lang="en-US" b="1" smtClean="0">
              <a:latin typeface="Times New Roman" panose="02020603050405020304" pitchFamily="18" charset="0"/>
              <a:cs typeface="Times New Roman" panose="02020603050405020304" pitchFamily="18" charset="0"/>
            </a:rPr>
            <a:t>Marxist feminism </a:t>
          </a:r>
          <a:r>
            <a:rPr lang="en-US" smtClean="0">
              <a:latin typeface="Times New Roman" panose="02020603050405020304" pitchFamily="18" charset="0"/>
              <a:cs typeface="Times New Roman" panose="02020603050405020304" pitchFamily="18" charset="0"/>
            </a:rPr>
            <a:t>is concerned with the </a:t>
          </a:r>
          <a:r>
            <a:rPr lang="en-US" b="1" smtClean="0">
              <a:latin typeface="Times New Roman" panose="02020603050405020304" pitchFamily="18" charset="0"/>
              <a:cs typeface="Times New Roman" panose="02020603050405020304" pitchFamily="18" charset="0"/>
            </a:rPr>
            <a:t>combined oppression of capitalism and patriarchy </a:t>
          </a:r>
          <a:r>
            <a:rPr lang="en-US" smtClean="0">
              <a:latin typeface="Times New Roman" panose="02020603050405020304" pitchFamily="18" charset="0"/>
              <a:cs typeface="Times New Roman" panose="02020603050405020304" pitchFamily="18" charset="0"/>
            </a:rPr>
            <a:t>on women. It claims capitalist structures require the exploitation of women, so capitalism is the root cause of patriarchy. </a:t>
          </a:r>
          <a:endParaRPr lang="en-US" dirty="0">
            <a:latin typeface="Times New Roman" panose="02020603050405020304" pitchFamily="18" charset="0"/>
            <a:cs typeface="Times New Roman" panose="02020603050405020304" pitchFamily="18" charset="0"/>
          </a:endParaRPr>
        </a:p>
      </dgm:t>
    </dgm:pt>
    <dgm:pt modelId="{5F555A68-29E7-4A39-8A90-43F0EF70F4FC}" type="parTrans" cxnId="{5E684BF1-0E1C-4A59-A01E-320D850D5B05}">
      <dgm:prSet/>
      <dgm:spPr/>
      <dgm:t>
        <a:bodyPr/>
        <a:lstStyle/>
        <a:p>
          <a:endParaRPr lang="en-US"/>
        </a:p>
      </dgm:t>
    </dgm:pt>
    <dgm:pt modelId="{4DB6B674-CDED-4F6F-86F3-3D3A148025EA}" type="sibTrans" cxnId="{5E684BF1-0E1C-4A59-A01E-320D850D5B05}">
      <dgm:prSet/>
      <dgm:spPr/>
      <dgm:t>
        <a:bodyPr/>
        <a:lstStyle/>
        <a:p>
          <a:endParaRPr lang="en-US"/>
        </a:p>
      </dgm:t>
    </dgm:pt>
    <dgm:pt modelId="{2C55ED73-8762-4D65-BA3B-DF224EF616F0}">
      <dgm:prSet/>
      <dgm:spPr/>
      <dgm:t>
        <a:bodyPr/>
        <a:lstStyle/>
        <a:p>
          <a:r>
            <a:rPr lang="en-US" b="1" smtClean="0">
              <a:latin typeface="Times New Roman" panose="02020603050405020304" pitchFamily="18" charset="0"/>
              <a:cs typeface="Times New Roman" panose="02020603050405020304" pitchFamily="18" charset="0"/>
            </a:rPr>
            <a:t>Radical feminism </a:t>
          </a:r>
          <a:r>
            <a:rPr lang="en-US" smtClean="0">
              <a:latin typeface="Times New Roman" panose="02020603050405020304" pitchFamily="18" charset="0"/>
              <a:cs typeface="Times New Roman" panose="02020603050405020304" pitchFamily="18" charset="0"/>
            </a:rPr>
            <a:t>seeks to restructure society as it is the only way to </a:t>
          </a:r>
          <a:r>
            <a:rPr lang="en-US" b="1" smtClean="0">
              <a:latin typeface="Times New Roman" panose="02020603050405020304" pitchFamily="18" charset="0"/>
              <a:cs typeface="Times New Roman" panose="02020603050405020304" pitchFamily="18" charset="0"/>
            </a:rPr>
            <a:t>remove patriarchy entirely</a:t>
          </a:r>
          <a:r>
            <a:rPr lang="en-US" smtClean="0">
              <a:latin typeface="Times New Roman" panose="02020603050405020304" pitchFamily="18" charset="0"/>
              <a:cs typeface="Times New Roman" panose="02020603050405020304" pitchFamily="18" charset="0"/>
            </a:rPr>
            <a:t>. Women's ability to carry out paid work has resulted in a 'triple shift' of paid work, domestic work, and emotional labour.</a:t>
          </a:r>
          <a:endParaRPr lang="en-US" dirty="0">
            <a:latin typeface="Times New Roman" panose="02020603050405020304" pitchFamily="18" charset="0"/>
            <a:cs typeface="Times New Roman" panose="02020603050405020304" pitchFamily="18" charset="0"/>
          </a:endParaRPr>
        </a:p>
      </dgm:t>
    </dgm:pt>
    <dgm:pt modelId="{6A2C2126-ECC2-459D-A977-B2EEBFE3B23D}" type="parTrans" cxnId="{6679E204-B414-4E59-A0D7-1DBCAD6ECBDF}">
      <dgm:prSet/>
      <dgm:spPr/>
      <dgm:t>
        <a:bodyPr/>
        <a:lstStyle/>
        <a:p>
          <a:endParaRPr lang="en-US"/>
        </a:p>
      </dgm:t>
    </dgm:pt>
    <dgm:pt modelId="{81F94743-0C7D-46CF-8F2F-D6B7FFFBB167}" type="sibTrans" cxnId="{6679E204-B414-4E59-A0D7-1DBCAD6ECBDF}">
      <dgm:prSet/>
      <dgm:spPr/>
      <dgm:t>
        <a:bodyPr/>
        <a:lstStyle/>
        <a:p>
          <a:endParaRPr lang="en-US"/>
        </a:p>
      </dgm:t>
    </dgm:pt>
    <dgm:pt modelId="{5FB2F73A-EBBC-4E96-865C-A2E5F24CAEFA}">
      <dgm:prSet/>
      <dgm:spPr/>
      <dgm:t>
        <a:bodyPr/>
        <a:lstStyle/>
        <a:p>
          <a:r>
            <a:rPr lang="en-US" b="1" smtClean="0">
              <a:latin typeface="Times New Roman" panose="02020603050405020304" pitchFamily="18" charset="0"/>
              <a:cs typeface="Times New Roman" panose="02020603050405020304" pitchFamily="18" charset="0"/>
            </a:rPr>
            <a:t>Postmodernist feminism </a:t>
          </a:r>
          <a:r>
            <a:rPr lang="en-US" smtClean="0">
              <a:latin typeface="Times New Roman" panose="02020603050405020304" pitchFamily="18" charset="0"/>
              <a:cs typeface="Times New Roman" panose="02020603050405020304" pitchFamily="18" charset="0"/>
            </a:rPr>
            <a:t>approaches feminism in an intersectional manner. This means studying the impact of other factors contributing to the oppression of women, such as race, social class, and sexuality. This is also called intersectional feminism.</a:t>
          </a:r>
          <a:endParaRPr lang="en-US" b="0" i="0" dirty="0">
            <a:effectLst/>
            <a:latin typeface="Times New Roman" panose="02020603050405020304" pitchFamily="18" charset="0"/>
            <a:cs typeface="Times New Roman" panose="02020603050405020304" pitchFamily="18" charset="0"/>
          </a:endParaRPr>
        </a:p>
      </dgm:t>
    </dgm:pt>
    <dgm:pt modelId="{B703CEF5-6A51-424A-94FA-D629E566CF15}" type="parTrans" cxnId="{DED5E48E-4CD8-4327-AA2F-0134E6414743}">
      <dgm:prSet/>
      <dgm:spPr/>
      <dgm:t>
        <a:bodyPr/>
        <a:lstStyle/>
        <a:p>
          <a:endParaRPr lang="en-US"/>
        </a:p>
      </dgm:t>
    </dgm:pt>
    <dgm:pt modelId="{DF0AEDEC-8837-429F-AE7C-042AAD61EA44}" type="sibTrans" cxnId="{DED5E48E-4CD8-4327-AA2F-0134E6414743}">
      <dgm:prSet/>
      <dgm:spPr/>
      <dgm:t>
        <a:bodyPr/>
        <a:lstStyle/>
        <a:p>
          <a:endParaRPr lang="en-US"/>
        </a:p>
      </dgm:t>
    </dgm:pt>
    <dgm:pt modelId="{C2D5E85F-33B8-4F0A-9D66-3880EC42FDF0}" type="pres">
      <dgm:prSet presAssocID="{57BD3F7C-C2CA-4007-BB58-FAB73899FCBC}" presName="linear" presStyleCnt="0">
        <dgm:presLayoutVars>
          <dgm:animLvl val="lvl"/>
          <dgm:resizeHandles val="exact"/>
        </dgm:presLayoutVars>
      </dgm:prSet>
      <dgm:spPr/>
      <dgm:t>
        <a:bodyPr/>
        <a:lstStyle/>
        <a:p>
          <a:endParaRPr lang="en-US"/>
        </a:p>
      </dgm:t>
    </dgm:pt>
    <dgm:pt modelId="{DB9E5940-9CC4-473C-94A0-813A97EF4837}" type="pres">
      <dgm:prSet presAssocID="{745725B0-6707-42DC-8FA7-E5A1FDD44F6B}" presName="parentText" presStyleLbl="node1" presStyleIdx="0" presStyleCnt="4">
        <dgm:presLayoutVars>
          <dgm:chMax val="0"/>
          <dgm:bulletEnabled val="1"/>
        </dgm:presLayoutVars>
      </dgm:prSet>
      <dgm:spPr/>
      <dgm:t>
        <a:bodyPr/>
        <a:lstStyle/>
        <a:p>
          <a:endParaRPr lang="en-US"/>
        </a:p>
      </dgm:t>
    </dgm:pt>
    <dgm:pt modelId="{DBE5BE85-A9AB-4A5D-8CA4-5F4897E03C0B}" type="pres">
      <dgm:prSet presAssocID="{41EC8805-0402-432A-B8BA-9DE4C58750F8}" presName="spacer" presStyleCnt="0"/>
      <dgm:spPr/>
      <dgm:t>
        <a:bodyPr/>
        <a:lstStyle/>
        <a:p>
          <a:endParaRPr lang="en-US"/>
        </a:p>
      </dgm:t>
    </dgm:pt>
    <dgm:pt modelId="{87D642AC-8683-4F34-8D59-014DB9FB2467}" type="pres">
      <dgm:prSet presAssocID="{1622D937-9DD4-43CB-AFB9-3F662EE42722}" presName="parentText" presStyleLbl="node1" presStyleIdx="1" presStyleCnt="4">
        <dgm:presLayoutVars>
          <dgm:chMax val="0"/>
          <dgm:bulletEnabled val="1"/>
        </dgm:presLayoutVars>
      </dgm:prSet>
      <dgm:spPr/>
      <dgm:t>
        <a:bodyPr/>
        <a:lstStyle/>
        <a:p>
          <a:endParaRPr lang="en-US"/>
        </a:p>
      </dgm:t>
    </dgm:pt>
    <dgm:pt modelId="{C95C5313-D48E-4122-ABC0-7A90CDF94672}" type="pres">
      <dgm:prSet presAssocID="{4DB6B674-CDED-4F6F-86F3-3D3A148025EA}" presName="spacer" presStyleCnt="0"/>
      <dgm:spPr/>
      <dgm:t>
        <a:bodyPr/>
        <a:lstStyle/>
        <a:p>
          <a:endParaRPr lang="en-US"/>
        </a:p>
      </dgm:t>
    </dgm:pt>
    <dgm:pt modelId="{1B78E55E-7208-4BD6-B05D-0CAC56146ED5}" type="pres">
      <dgm:prSet presAssocID="{2C55ED73-8762-4D65-BA3B-DF224EF616F0}" presName="parentText" presStyleLbl="node1" presStyleIdx="2" presStyleCnt="4">
        <dgm:presLayoutVars>
          <dgm:chMax val="0"/>
          <dgm:bulletEnabled val="1"/>
        </dgm:presLayoutVars>
      </dgm:prSet>
      <dgm:spPr/>
      <dgm:t>
        <a:bodyPr/>
        <a:lstStyle/>
        <a:p>
          <a:endParaRPr lang="en-US"/>
        </a:p>
      </dgm:t>
    </dgm:pt>
    <dgm:pt modelId="{E0B25A9D-E443-47EC-9EB7-BDCA78591015}" type="pres">
      <dgm:prSet presAssocID="{81F94743-0C7D-46CF-8F2F-D6B7FFFBB167}" presName="spacer" presStyleCnt="0"/>
      <dgm:spPr/>
      <dgm:t>
        <a:bodyPr/>
        <a:lstStyle/>
        <a:p>
          <a:endParaRPr lang="en-US"/>
        </a:p>
      </dgm:t>
    </dgm:pt>
    <dgm:pt modelId="{DD05C211-9B9E-4C51-91DF-B054599C74A4}" type="pres">
      <dgm:prSet presAssocID="{5FB2F73A-EBBC-4E96-865C-A2E5F24CAEFA}" presName="parentText" presStyleLbl="node1" presStyleIdx="3" presStyleCnt="4">
        <dgm:presLayoutVars>
          <dgm:chMax val="0"/>
          <dgm:bulletEnabled val="1"/>
        </dgm:presLayoutVars>
      </dgm:prSet>
      <dgm:spPr/>
      <dgm:t>
        <a:bodyPr/>
        <a:lstStyle/>
        <a:p>
          <a:endParaRPr lang="en-US"/>
        </a:p>
      </dgm:t>
    </dgm:pt>
  </dgm:ptLst>
  <dgm:cxnLst>
    <dgm:cxn modelId="{2C932BBB-A872-469B-90F0-81A0FDCE4B22}" type="presOf" srcId="{57BD3F7C-C2CA-4007-BB58-FAB73899FCBC}" destId="{C2D5E85F-33B8-4F0A-9D66-3880EC42FDF0}" srcOrd="0" destOrd="0" presId="urn:microsoft.com/office/officeart/2005/8/layout/vList2"/>
    <dgm:cxn modelId="{5FA27523-3AF1-4426-946D-1AAB98F32D28}" type="presOf" srcId="{5FB2F73A-EBBC-4E96-865C-A2E5F24CAEFA}" destId="{DD05C211-9B9E-4C51-91DF-B054599C74A4}" srcOrd="0" destOrd="0" presId="urn:microsoft.com/office/officeart/2005/8/layout/vList2"/>
    <dgm:cxn modelId="{0EB68DE8-6B28-4BAA-9597-E494E020EF61}" type="presOf" srcId="{2C55ED73-8762-4D65-BA3B-DF224EF616F0}" destId="{1B78E55E-7208-4BD6-B05D-0CAC56146ED5}" srcOrd="0" destOrd="0" presId="urn:microsoft.com/office/officeart/2005/8/layout/vList2"/>
    <dgm:cxn modelId="{24E229C2-DC7E-41E0-9D70-91C7EF79DCD2}" srcId="{57BD3F7C-C2CA-4007-BB58-FAB73899FCBC}" destId="{745725B0-6707-42DC-8FA7-E5A1FDD44F6B}" srcOrd="0" destOrd="0" parTransId="{C7AD96F4-0986-44D2-9830-E4730ACEE745}" sibTransId="{41EC8805-0402-432A-B8BA-9DE4C58750F8}"/>
    <dgm:cxn modelId="{DED5E48E-4CD8-4327-AA2F-0134E6414743}" srcId="{57BD3F7C-C2CA-4007-BB58-FAB73899FCBC}" destId="{5FB2F73A-EBBC-4E96-865C-A2E5F24CAEFA}" srcOrd="3" destOrd="0" parTransId="{B703CEF5-6A51-424A-94FA-D629E566CF15}" sibTransId="{DF0AEDEC-8837-429F-AE7C-042AAD61EA44}"/>
    <dgm:cxn modelId="{B7BA659B-3677-4F01-B088-810072B835CF}" type="presOf" srcId="{745725B0-6707-42DC-8FA7-E5A1FDD44F6B}" destId="{DB9E5940-9CC4-473C-94A0-813A97EF4837}" srcOrd="0" destOrd="0" presId="urn:microsoft.com/office/officeart/2005/8/layout/vList2"/>
    <dgm:cxn modelId="{62AA1F35-6F9B-4FDE-BAE8-2B4604B3EC10}" type="presOf" srcId="{1622D937-9DD4-43CB-AFB9-3F662EE42722}" destId="{87D642AC-8683-4F34-8D59-014DB9FB2467}" srcOrd="0" destOrd="0" presId="urn:microsoft.com/office/officeart/2005/8/layout/vList2"/>
    <dgm:cxn modelId="{6679E204-B414-4E59-A0D7-1DBCAD6ECBDF}" srcId="{57BD3F7C-C2CA-4007-BB58-FAB73899FCBC}" destId="{2C55ED73-8762-4D65-BA3B-DF224EF616F0}" srcOrd="2" destOrd="0" parTransId="{6A2C2126-ECC2-459D-A977-B2EEBFE3B23D}" sibTransId="{81F94743-0C7D-46CF-8F2F-D6B7FFFBB167}"/>
    <dgm:cxn modelId="{5E684BF1-0E1C-4A59-A01E-320D850D5B05}" srcId="{57BD3F7C-C2CA-4007-BB58-FAB73899FCBC}" destId="{1622D937-9DD4-43CB-AFB9-3F662EE42722}" srcOrd="1" destOrd="0" parTransId="{5F555A68-29E7-4A39-8A90-43F0EF70F4FC}" sibTransId="{4DB6B674-CDED-4F6F-86F3-3D3A148025EA}"/>
    <dgm:cxn modelId="{E2165FAB-8D7B-4B34-8A16-121C63B0B889}" type="presParOf" srcId="{C2D5E85F-33B8-4F0A-9D66-3880EC42FDF0}" destId="{DB9E5940-9CC4-473C-94A0-813A97EF4837}" srcOrd="0" destOrd="0" presId="urn:microsoft.com/office/officeart/2005/8/layout/vList2"/>
    <dgm:cxn modelId="{036FAFF3-D397-4610-A4B3-5B0121945A63}" type="presParOf" srcId="{C2D5E85F-33B8-4F0A-9D66-3880EC42FDF0}" destId="{DBE5BE85-A9AB-4A5D-8CA4-5F4897E03C0B}" srcOrd="1" destOrd="0" presId="urn:microsoft.com/office/officeart/2005/8/layout/vList2"/>
    <dgm:cxn modelId="{50CCB321-D0D4-4D46-944F-D6C94DCAFAD6}" type="presParOf" srcId="{C2D5E85F-33B8-4F0A-9D66-3880EC42FDF0}" destId="{87D642AC-8683-4F34-8D59-014DB9FB2467}" srcOrd="2" destOrd="0" presId="urn:microsoft.com/office/officeart/2005/8/layout/vList2"/>
    <dgm:cxn modelId="{CEA44D98-AFC2-4793-A145-D4F5A4EE2FB8}" type="presParOf" srcId="{C2D5E85F-33B8-4F0A-9D66-3880EC42FDF0}" destId="{C95C5313-D48E-4122-ABC0-7A90CDF94672}" srcOrd="3" destOrd="0" presId="urn:microsoft.com/office/officeart/2005/8/layout/vList2"/>
    <dgm:cxn modelId="{8B373424-49BC-4239-83EE-C25A809D19EA}" type="presParOf" srcId="{C2D5E85F-33B8-4F0A-9D66-3880EC42FDF0}" destId="{1B78E55E-7208-4BD6-B05D-0CAC56146ED5}" srcOrd="4" destOrd="0" presId="urn:microsoft.com/office/officeart/2005/8/layout/vList2"/>
    <dgm:cxn modelId="{02F7D582-9747-463F-8918-C85A381B1058}" type="presParOf" srcId="{C2D5E85F-33B8-4F0A-9D66-3880EC42FDF0}" destId="{E0B25A9D-E443-47EC-9EB7-BDCA78591015}" srcOrd="5" destOrd="0" presId="urn:microsoft.com/office/officeart/2005/8/layout/vList2"/>
    <dgm:cxn modelId="{B14F03D3-A868-4BF8-8C78-0B596506A1B7}" type="presParOf" srcId="{C2D5E85F-33B8-4F0A-9D66-3880EC42FDF0}" destId="{DD05C211-9B9E-4C51-91DF-B054599C74A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B87B263D-F278-476E-A574-AF59A19C372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FEEFE57-163B-4B27-8619-82DFD584C3E2}">
      <dgm:prSet/>
      <dgm:spPr>
        <a:solidFill>
          <a:srgbClr val="BC1041"/>
        </a:solidFill>
        <a:ln>
          <a:solidFill>
            <a:srgbClr val="BC1041"/>
          </a:solidFill>
        </a:ln>
      </dgm:spPr>
      <dgm:t>
        <a:bodyPr/>
        <a:lstStyle/>
        <a:p>
          <a:pPr algn="ctr"/>
          <a:r>
            <a:rPr lang="en-US" b="1" dirty="0" smtClean="0">
              <a:solidFill>
                <a:schemeClr val="bg1"/>
              </a:solidFill>
              <a:latin typeface="Times New Roman" panose="02020603050405020304" pitchFamily="18" charset="0"/>
              <a:cs typeface="Times New Roman" panose="02020603050405020304" pitchFamily="18" charset="0"/>
            </a:rPr>
            <a:t>Feminism - Key takeaways</a:t>
          </a:r>
          <a:endParaRPr lang="en-US" dirty="0">
            <a:solidFill>
              <a:schemeClr val="bg1"/>
            </a:solidFill>
          </a:endParaRPr>
        </a:p>
      </dgm:t>
    </dgm:pt>
    <dgm:pt modelId="{0C58DF80-E5FB-4CF7-B66D-549636C8807E}" type="parTrans" cxnId="{363E43E9-85A8-42C2-8278-717B0DF3686A}">
      <dgm:prSet/>
      <dgm:spPr/>
      <dgm:t>
        <a:bodyPr/>
        <a:lstStyle/>
        <a:p>
          <a:endParaRPr lang="en-US"/>
        </a:p>
      </dgm:t>
    </dgm:pt>
    <dgm:pt modelId="{76F8DFCB-B16C-4BBA-8321-BBE091F42E5B}" type="sibTrans" cxnId="{363E43E9-85A8-42C2-8278-717B0DF3686A}">
      <dgm:prSet/>
      <dgm:spPr/>
      <dgm:t>
        <a:bodyPr/>
        <a:lstStyle/>
        <a:p>
          <a:endParaRPr lang="en-US"/>
        </a:p>
      </dgm:t>
    </dgm:pt>
    <dgm:pt modelId="{8B81A014-A495-4FA2-A947-9734FE6DE5A2}" type="pres">
      <dgm:prSet presAssocID="{B87B263D-F278-476E-A574-AF59A19C3723}" presName="linear" presStyleCnt="0">
        <dgm:presLayoutVars>
          <dgm:animLvl val="lvl"/>
          <dgm:resizeHandles val="exact"/>
        </dgm:presLayoutVars>
      </dgm:prSet>
      <dgm:spPr/>
      <dgm:t>
        <a:bodyPr/>
        <a:lstStyle/>
        <a:p>
          <a:endParaRPr lang="en-US"/>
        </a:p>
      </dgm:t>
    </dgm:pt>
    <dgm:pt modelId="{FE7F3E98-4BAF-4504-8B79-8EE6557591D3}" type="pres">
      <dgm:prSet presAssocID="{4FEEFE57-163B-4B27-8619-82DFD584C3E2}" presName="parentText" presStyleLbl="node1" presStyleIdx="0" presStyleCnt="1">
        <dgm:presLayoutVars>
          <dgm:chMax val="0"/>
          <dgm:bulletEnabled val="1"/>
        </dgm:presLayoutVars>
      </dgm:prSet>
      <dgm:spPr/>
      <dgm:t>
        <a:bodyPr/>
        <a:lstStyle/>
        <a:p>
          <a:endParaRPr lang="en-US"/>
        </a:p>
      </dgm:t>
    </dgm:pt>
  </dgm:ptLst>
  <dgm:cxnLst>
    <dgm:cxn modelId="{363E43E9-85A8-42C2-8278-717B0DF3686A}" srcId="{B87B263D-F278-476E-A574-AF59A19C3723}" destId="{4FEEFE57-163B-4B27-8619-82DFD584C3E2}" srcOrd="0" destOrd="0" parTransId="{0C58DF80-E5FB-4CF7-B66D-549636C8807E}" sibTransId="{76F8DFCB-B16C-4BBA-8321-BBE091F42E5B}"/>
    <dgm:cxn modelId="{7C3BE548-0A57-40DB-B2E9-7A5F16A01789}" type="presOf" srcId="{B87B263D-F278-476E-A574-AF59A19C3723}" destId="{8B81A014-A495-4FA2-A947-9734FE6DE5A2}" srcOrd="0" destOrd="0" presId="urn:microsoft.com/office/officeart/2005/8/layout/vList2"/>
    <dgm:cxn modelId="{D007A163-0CA3-483E-BEA3-9C67A0EF7CB6}" type="presOf" srcId="{4FEEFE57-163B-4B27-8619-82DFD584C3E2}" destId="{FE7F3E98-4BAF-4504-8B79-8EE6557591D3}" srcOrd="0" destOrd="0" presId="urn:microsoft.com/office/officeart/2005/8/layout/vList2"/>
    <dgm:cxn modelId="{1499E7F1-A2C9-48CD-BB29-BC2BDFD5AA24}" type="presParOf" srcId="{8B81A014-A495-4FA2-A947-9734FE6DE5A2}" destId="{FE7F3E98-4BAF-4504-8B79-8EE6557591D3}"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5E749BB4-5A4A-41DE-9121-A772ED52DE7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239A8D6-A174-42E3-AEDE-C1F5C075118A}">
      <dgm:prSet/>
      <dgm:spPr/>
      <dgm:t>
        <a:bodyPr/>
        <a:lstStyle/>
        <a:p>
          <a:r>
            <a:rPr lang="en-US" dirty="0" smtClean="0">
              <a:solidFill>
                <a:schemeClr val="tx1"/>
              </a:solidFill>
              <a:latin typeface="Times New Roman" panose="02020603050405020304" pitchFamily="18" charset="0"/>
              <a:cs typeface="Times New Roman" panose="02020603050405020304" pitchFamily="18" charset="0"/>
            </a:rPr>
            <a:t>Feminism in sociology is a key conflict theory that believes society is based on inequalities between men and women. </a:t>
          </a:r>
          <a:endParaRPr lang="en-US" dirty="0"/>
        </a:p>
      </dgm:t>
    </dgm:pt>
    <dgm:pt modelId="{7A9E264D-33B3-4EEC-AA41-730EBD20E888}" type="parTrans" cxnId="{FF48F6C7-9ADF-4C99-B695-1C168BB53C04}">
      <dgm:prSet/>
      <dgm:spPr/>
      <dgm:t>
        <a:bodyPr/>
        <a:lstStyle/>
        <a:p>
          <a:endParaRPr lang="en-US"/>
        </a:p>
      </dgm:t>
    </dgm:pt>
    <dgm:pt modelId="{079C724A-AE51-42BE-84EE-31433573E41E}" type="sibTrans" cxnId="{FF48F6C7-9ADF-4C99-B695-1C168BB53C04}">
      <dgm:prSet/>
      <dgm:spPr/>
      <dgm:t>
        <a:bodyPr/>
        <a:lstStyle/>
        <a:p>
          <a:endParaRPr lang="en-US"/>
        </a:p>
      </dgm:t>
    </dgm:pt>
    <dgm:pt modelId="{702DB407-5E8C-4597-889F-E63371E882E3}">
      <dgm:prSet/>
      <dgm:spPr/>
      <dgm:t>
        <a:bodyPr/>
        <a:lstStyle/>
        <a:p>
          <a:r>
            <a:rPr lang="en-US" dirty="0" smtClean="0">
              <a:solidFill>
                <a:schemeClr val="tx1"/>
              </a:solidFill>
              <a:latin typeface="Times New Roman" panose="02020603050405020304" pitchFamily="18" charset="0"/>
              <a:cs typeface="Times New Roman" panose="02020603050405020304" pitchFamily="18" charset="0"/>
            </a:rPr>
            <a:t>Society is patriarchal, built by and for men at the expense of women. There are several branches of feminism, all offering different perspectives and solutions to gender inequality.</a:t>
          </a:r>
          <a:endParaRPr lang="en-US" dirty="0"/>
        </a:p>
      </dgm:t>
    </dgm:pt>
    <dgm:pt modelId="{C4912F43-33FD-42EC-B07A-9BED2CD338E1}" type="parTrans" cxnId="{F1F6C531-AD6E-4C60-917B-E9901EDA6DF6}">
      <dgm:prSet/>
      <dgm:spPr/>
      <dgm:t>
        <a:bodyPr/>
        <a:lstStyle/>
        <a:p>
          <a:endParaRPr lang="en-US"/>
        </a:p>
      </dgm:t>
    </dgm:pt>
    <dgm:pt modelId="{FA0D9786-9C92-405D-B294-9F71EED13476}" type="sibTrans" cxnId="{F1F6C531-AD6E-4C60-917B-E9901EDA6DF6}">
      <dgm:prSet/>
      <dgm:spPr/>
      <dgm:t>
        <a:bodyPr/>
        <a:lstStyle/>
        <a:p>
          <a:endParaRPr lang="en-US"/>
        </a:p>
      </dgm:t>
    </dgm:pt>
    <dgm:pt modelId="{D33A853A-17B6-4673-AACC-D1E9FF9D64E6}" type="pres">
      <dgm:prSet presAssocID="{5E749BB4-5A4A-41DE-9121-A772ED52DE77}" presName="vert0" presStyleCnt="0">
        <dgm:presLayoutVars>
          <dgm:dir/>
          <dgm:animOne val="branch"/>
          <dgm:animLvl val="lvl"/>
        </dgm:presLayoutVars>
      </dgm:prSet>
      <dgm:spPr/>
      <dgm:t>
        <a:bodyPr/>
        <a:lstStyle/>
        <a:p>
          <a:endParaRPr lang="en-US"/>
        </a:p>
      </dgm:t>
    </dgm:pt>
    <dgm:pt modelId="{49B9565D-2048-4461-82B6-32F928049A25}" type="pres">
      <dgm:prSet presAssocID="{1239A8D6-A174-42E3-AEDE-C1F5C075118A}" presName="thickLine" presStyleLbl="alignNode1" presStyleIdx="0" presStyleCnt="2"/>
      <dgm:spPr/>
    </dgm:pt>
    <dgm:pt modelId="{DB72B199-40E4-4A92-BCFD-8B6C8AA9E47B}" type="pres">
      <dgm:prSet presAssocID="{1239A8D6-A174-42E3-AEDE-C1F5C075118A}" presName="horz1" presStyleCnt="0"/>
      <dgm:spPr/>
    </dgm:pt>
    <dgm:pt modelId="{5DF8C793-FE1A-4252-ABE6-50BDE5F49CB6}" type="pres">
      <dgm:prSet presAssocID="{1239A8D6-A174-42E3-AEDE-C1F5C075118A}" presName="tx1" presStyleLbl="revTx" presStyleIdx="0" presStyleCnt="2"/>
      <dgm:spPr/>
      <dgm:t>
        <a:bodyPr/>
        <a:lstStyle/>
        <a:p>
          <a:endParaRPr lang="en-US"/>
        </a:p>
      </dgm:t>
    </dgm:pt>
    <dgm:pt modelId="{3F735853-F62E-4A0D-8AE7-C72B6B957EE4}" type="pres">
      <dgm:prSet presAssocID="{1239A8D6-A174-42E3-AEDE-C1F5C075118A}" presName="vert1" presStyleCnt="0"/>
      <dgm:spPr/>
    </dgm:pt>
    <dgm:pt modelId="{5F37915A-CF8E-4F35-8F8D-097DAB66B978}" type="pres">
      <dgm:prSet presAssocID="{702DB407-5E8C-4597-889F-E63371E882E3}" presName="thickLine" presStyleLbl="alignNode1" presStyleIdx="1" presStyleCnt="2"/>
      <dgm:spPr/>
    </dgm:pt>
    <dgm:pt modelId="{65FFBF3E-F629-4158-95D8-6206C02C57ED}" type="pres">
      <dgm:prSet presAssocID="{702DB407-5E8C-4597-889F-E63371E882E3}" presName="horz1" presStyleCnt="0"/>
      <dgm:spPr/>
    </dgm:pt>
    <dgm:pt modelId="{61D002F2-D43D-4C0A-9430-C3A8B5D0725B}" type="pres">
      <dgm:prSet presAssocID="{702DB407-5E8C-4597-889F-E63371E882E3}" presName="tx1" presStyleLbl="revTx" presStyleIdx="1" presStyleCnt="2"/>
      <dgm:spPr/>
      <dgm:t>
        <a:bodyPr/>
        <a:lstStyle/>
        <a:p>
          <a:endParaRPr lang="en-US"/>
        </a:p>
      </dgm:t>
    </dgm:pt>
    <dgm:pt modelId="{360685CA-9306-453A-A0B3-D2651FE66C6F}" type="pres">
      <dgm:prSet presAssocID="{702DB407-5E8C-4597-889F-E63371E882E3}" presName="vert1" presStyleCnt="0"/>
      <dgm:spPr/>
    </dgm:pt>
  </dgm:ptLst>
  <dgm:cxnLst>
    <dgm:cxn modelId="{F1F6C531-AD6E-4C60-917B-E9901EDA6DF6}" srcId="{5E749BB4-5A4A-41DE-9121-A772ED52DE77}" destId="{702DB407-5E8C-4597-889F-E63371E882E3}" srcOrd="1" destOrd="0" parTransId="{C4912F43-33FD-42EC-B07A-9BED2CD338E1}" sibTransId="{FA0D9786-9C92-405D-B294-9F71EED13476}"/>
    <dgm:cxn modelId="{BDBE2D51-150E-4D76-BAA8-AA8ED6680DBC}" type="presOf" srcId="{702DB407-5E8C-4597-889F-E63371E882E3}" destId="{61D002F2-D43D-4C0A-9430-C3A8B5D0725B}" srcOrd="0" destOrd="0" presId="urn:microsoft.com/office/officeart/2008/layout/LinedList"/>
    <dgm:cxn modelId="{FF48F6C7-9ADF-4C99-B695-1C168BB53C04}" srcId="{5E749BB4-5A4A-41DE-9121-A772ED52DE77}" destId="{1239A8D6-A174-42E3-AEDE-C1F5C075118A}" srcOrd="0" destOrd="0" parTransId="{7A9E264D-33B3-4EEC-AA41-730EBD20E888}" sibTransId="{079C724A-AE51-42BE-84EE-31433573E41E}"/>
    <dgm:cxn modelId="{509330C5-4DC9-4ABE-9060-1E1EF6A21E11}" type="presOf" srcId="{1239A8D6-A174-42E3-AEDE-C1F5C075118A}" destId="{5DF8C793-FE1A-4252-ABE6-50BDE5F49CB6}" srcOrd="0" destOrd="0" presId="urn:microsoft.com/office/officeart/2008/layout/LinedList"/>
    <dgm:cxn modelId="{7952FD7E-5B66-4FA9-A88A-D12E1BD08C5C}" type="presOf" srcId="{5E749BB4-5A4A-41DE-9121-A772ED52DE77}" destId="{D33A853A-17B6-4673-AACC-D1E9FF9D64E6}" srcOrd="0" destOrd="0" presId="urn:microsoft.com/office/officeart/2008/layout/LinedList"/>
    <dgm:cxn modelId="{2ECE3EB0-D0CB-4081-BA92-47C252C76336}" type="presParOf" srcId="{D33A853A-17B6-4673-AACC-D1E9FF9D64E6}" destId="{49B9565D-2048-4461-82B6-32F928049A25}" srcOrd="0" destOrd="0" presId="urn:microsoft.com/office/officeart/2008/layout/LinedList"/>
    <dgm:cxn modelId="{155A22D3-DF79-489B-B05D-47FE20578CF5}" type="presParOf" srcId="{D33A853A-17B6-4673-AACC-D1E9FF9D64E6}" destId="{DB72B199-40E4-4A92-BCFD-8B6C8AA9E47B}" srcOrd="1" destOrd="0" presId="urn:microsoft.com/office/officeart/2008/layout/LinedList"/>
    <dgm:cxn modelId="{F8FF9B2C-AECC-4DEC-8D0E-CCA3384897B8}" type="presParOf" srcId="{DB72B199-40E4-4A92-BCFD-8B6C8AA9E47B}" destId="{5DF8C793-FE1A-4252-ABE6-50BDE5F49CB6}" srcOrd="0" destOrd="0" presId="urn:microsoft.com/office/officeart/2008/layout/LinedList"/>
    <dgm:cxn modelId="{888BDCCB-EE51-4895-A68F-EF52A9C02F1C}" type="presParOf" srcId="{DB72B199-40E4-4A92-BCFD-8B6C8AA9E47B}" destId="{3F735853-F62E-4A0D-8AE7-C72B6B957EE4}" srcOrd="1" destOrd="0" presId="urn:microsoft.com/office/officeart/2008/layout/LinedList"/>
    <dgm:cxn modelId="{FCE13D36-688F-47D7-8BFC-C9B470421A93}" type="presParOf" srcId="{D33A853A-17B6-4673-AACC-D1E9FF9D64E6}" destId="{5F37915A-CF8E-4F35-8F8D-097DAB66B978}" srcOrd="2" destOrd="0" presId="urn:microsoft.com/office/officeart/2008/layout/LinedList"/>
    <dgm:cxn modelId="{2F801B09-EAA6-4E66-B695-04183C8E67DB}" type="presParOf" srcId="{D33A853A-17B6-4673-AACC-D1E9FF9D64E6}" destId="{65FFBF3E-F629-4158-95D8-6206C02C57ED}" srcOrd="3" destOrd="0" presId="urn:microsoft.com/office/officeart/2008/layout/LinedList"/>
    <dgm:cxn modelId="{934C7CC4-3557-4861-AC46-3578D601345D}" type="presParOf" srcId="{65FFBF3E-F629-4158-95D8-6206C02C57ED}" destId="{61D002F2-D43D-4C0A-9430-C3A8B5D0725B}" srcOrd="0" destOrd="0" presId="urn:microsoft.com/office/officeart/2008/layout/LinedList"/>
    <dgm:cxn modelId="{B170AFA4-2DD1-4CBC-AD6C-22107213D383}" type="presParOf" srcId="{65FFBF3E-F629-4158-95D8-6206C02C57ED}" destId="{360685CA-9306-453A-A0B3-D2651FE66C6F}"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73932-141F-478A-A076-9ECD586ECF3F}">
      <dsp:nvSpPr>
        <dsp:cNvPr id="0" name=""/>
        <dsp:cNvSpPr/>
      </dsp:nvSpPr>
      <dsp:spPr>
        <a:xfrm>
          <a:off x="0" y="389"/>
          <a:ext cx="8128000" cy="0"/>
        </a:xfrm>
        <a:prstGeom prst="lin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B6533F-A079-4A23-A250-09D9E84D75C3}">
      <dsp:nvSpPr>
        <dsp:cNvPr id="0" name=""/>
        <dsp:cNvSpPr/>
      </dsp:nvSpPr>
      <dsp:spPr>
        <a:xfrm>
          <a:off x="0" y="389"/>
          <a:ext cx="8128000" cy="797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lvl="0" algn="ctr" defTabSz="1778000">
            <a:lnSpc>
              <a:spcPct val="90000"/>
            </a:lnSpc>
            <a:spcBef>
              <a:spcPct val="0"/>
            </a:spcBef>
            <a:spcAft>
              <a:spcPct val="35000"/>
            </a:spcAft>
          </a:pPr>
          <a:r>
            <a:rPr lang="en-US" sz="4000" b="1" kern="1200" cap="none" spc="0" dirty="0" smtClean="0">
              <a:solidFill>
                <a:srgbClr val="BC1041"/>
              </a:solidFill>
              <a:latin typeface="Times New Roman" panose="02020603050405020304" pitchFamily="18" charset="0"/>
              <a:cs typeface="Times New Roman" panose="02020603050405020304" pitchFamily="18" charset="0"/>
            </a:rPr>
            <a:t>4. Feminist Perspective</a:t>
          </a:r>
          <a:endParaRPr lang="en-US" sz="4000" kern="1200" dirty="0">
            <a:solidFill>
              <a:srgbClr val="BC1041"/>
            </a:solidFill>
          </a:endParaRPr>
        </a:p>
      </dsp:txBody>
      <dsp:txXfrm>
        <a:off x="0" y="389"/>
        <a:ext cx="8128000" cy="797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BEEE7-C6A0-4B1C-8D0A-4736F37F8EBA}">
      <dsp:nvSpPr>
        <dsp:cNvPr id="0" name=""/>
        <dsp:cNvSpPr/>
      </dsp:nvSpPr>
      <dsp:spPr>
        <a:xfrm>
          <a:off x="0" y="9141"/>
          <a:ext cx="6098101" cy="666900"/>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ln w="0"/>
              <a:solidFill>
                <a:schemeClr val="tx1"/>
              </a:solidFill>
              <a:latin typeface="Georgia" panose="02040502050405020303" pitchFamily="18" charset="0"/>
            </a:rPr>
            <a:t>Ms. Kauser Malik</a:t>
          </a:r>
        </a:p>
        <a:p>
          <a:pPr lvl="0" algn="ctr" defTabSz="666750">
            <a:lnSpc>
              <a:spcPct val="90000"/>
            </a:lnSpc>
            <a:spcBef>
              <a:spcPct val="0"/>
            </a:spcBef>
            <a:spcAft>
              <a:spcPct val="35000"/>
            </a:spcAft>
          </a:pPr>
          <a:r>
            <a:rPr lang="en-US" sz="1500" kern="1200" dirty="0" smtClean="0">
              <a:solidFill>
                <a:schemeClr val="tx1"/>
              </a:solidFill>
              <a:latin typeface="Georgia" panose="02040502050405020303" pitchFamily="18" charset="0"/>
              <a:ea typeface="Gill Sans"/>
              <a:cs typeface="Gill Sans"/>
              <a:sym typeface="Gill Sans"/>
            </a:rPr>
            <a:t>Lecturer (Science &amp; Humanities)</a:t>
          </a:r>
          <a:endParaRPr lang="en-US" sz="1500" kern="1200" dirty="0">
            <a:solidFill>
              <a:schemeClr val="tx1"/>
            </a:solidFill>
          </a:endParaRPr>
        </a:p>
      </dsp:txBody>
      <dsp:txXfrm>
        <a:off x="32555" y="41696"/>
        <a:ext cx="6032991" cy="6017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4687E8-D266-41AA-B5C2-6213F6CB2364}">
      <dsp:nvSpPr>
        <dsp:cNvPr id="0" name=""/>
        <dsp:cNvSpPr/>
      </dsp:nvSpPr>
      <dsp:spPr>
        <a:xfrm>
          <a:off x="0" y="154"/>
          <a:ext cx="1074634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0B6921-A68D-4581-B807-F7404E382550}">
      <dsp:nvSpPr>
        <dsp:cNvPr id="0" name=""/>
        <dsp:cNvSpPr/>
      </dsp:nvSpPr>
      <dsp:spPr>
        <a:xfrm>
          <a:off x="0" y="154"/>
          <a:ext cx="10735853" cy="14393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 view that biology is not destiny, that stratification by gender is wrong and should be resisted, and that men and women should be equal—met with strong opposition, both by men who had privilege to lose and by women who accepted their status as morally correct.</a:t>
          </a:r>
          <a:endParaRPr lang="en-US" sz="2000" b="1" kern="1200" dirty="0" smtClean="0">
            <a:latin typeface="Times New Roman" panose="02020603050405020304" pitchFamily="18" charset="0"/>
            <a:cs typeface="Times New Roman" panose="02020603050405020304" pitchFamily="18" charset="0"/>
          </a:endParaRPr>
        </a:p>
      </dsp:txBody>
      <dsp:txXfrm>
        <a:off x="0" y="154"/>
        <a:ext cx="10735853" cy="14393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2F99DC-F390-4E56-849B-913635905D66}">
      <dsp:nvSpPr>
        <dsp:cNvPr id="0" name=""/>
        <dsp:cNvSpPr/>
      </dsp:nvSpPr>
      <dsp:spPr>
        <a:xfrm>
          <a:off x="0" y="9120"/>
          <a:ext cx="8128000" cy="815490"/>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b="1" kern="1200" cap="none" spc="0" dirty="0" smtClean="0">
              <a:solidFill>
                <a:schemeClr val="bg1"/>
              </a:solidFill>
              <a:latin typeface="Times New Roman" panose="02020603050405020304" pitchFamily="18" charset="0"/>
              <a:cs typeface="Times New Roman" panose="02020603050405020304" pitchFamily="18" charset="0"/>
            </a:rPr>
            <a:t>4. Feminist Perspective</a:t>
          </a:r>
          <a:endParaRPr lang="en-US" sz="3400" b="1" kern="1200" dirty="0">
            <a:solidFill>
              <a:schemeClr val="bg1"/>
            </a:solidFill>
          </a:endParaRPr>
        </a:p>
      </dsp:txBody>
      <dsp:txXfrm>
        <a:off x="39809" y="48929"/>
        <a:ext cx="8048382" cy="7358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76168B-B415-4A28-9C3F-B705FF922B57}">
      <dsp:nvSpPr>
        <dsp:cNvPr id="0" name=""/>
        <dsp:cNvSpPr/>
      </dsp:nvSpPr>
      <dsp:spPr>
        <a:xfrm>
          <a:off x="0" y="0"/>
          <a:ext cx="562032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A9BAB7-B170-4ED1-9D67-1113B48352BF}">
      <dsp:nvSpPr>
        <dsp:cNvPr id="0" name=""/>
        <dsp:cNvSpPr/>
      </dsp:nvSpPr>
      <dsp:spPr>
        <a:xfrm>
          <a:off x="0" y="0"/>
          <a:ext cx="5620322" cy="523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It works for equality, not for female’s superiority.</a:t>
          </a:r>
          <a:endParaRPr lang="en-US" sz="2000" kern="1200" dirty="0"/>
        </a:p>
      </dsp:txBody>
      <dsp:txXfrm>
        <a:off x="0" y="0"/>
        <a:ext cx="5620322" cy="523586"/>
      </dsp:txXfrm>
    </dsp:sp>
    <dsp:sp modelId="{36BB3897-C524-4ABC-A733-6440F5A940A5}">
      <dsp:nvSpPr>
        <dsp:cNvPr id="0" name=""/>
        <dsp:cNvSpPr/>
      </dsp:nvSpPr>
      <dsp:spPr>
        <a:xfrm>
          <a:off x="0" y="523586"/>
          <a:ext cx="5620322" cy="0"/>
        </a:xfrm>
        <a:prstGeom prst="line">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67809F-FFF2-47AA-80FA-E568EB7207D4}">
      <dsp:nvSpPr>
        <dsp:cNvPr id="0" name=""/>
        <dsp:cNvSpPr/>
      </dsp:nvSpPr>
      <dsp:spPr>
        <a:xfrm>
          <a:off x="0" y="523586"/>
          <a:ext cx="5620322" cy="523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It focuses on social, economical, political rights of females.</a:t>
          </a:r>
        </a:p>
      </dsp:txBody>
      <dsp:txXfrm>
        <a:off x="0" y="523586"/>
        <a:ext cx="5620322" cy="5235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B0185-A341-4F38-A583-223259B85166}">
      <dsp:nvSpPr>
        <dsp:cNvPr id="0" name=""/>
        <dsp:cNvSpPr/>
      </dsp:nvSpPr>
      <dsp:spPr>
        <a:xfrm>
          <a:off x="0" y="0"/>
          <a:ext cx="1074634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9E41BF-0D15-4AE6-BE0E-6D38FA43C24C}">
      <dsp:nvSpPr>
        <dsp:cNvPr id="0" name=""/>
        <dsp:cNvSpPr/>
      </dsp:nvSpPr>
      <dsp:spPr>
        <a:xfrm>
          <a:off x="0" y="0"/>
          <a:ext cx="10746348" cy="759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First coined in 1837 by French philosopher, Charles Fourier (as </a:t>
          </a:r>
          <a:r>
            <a:rPr lang="en-US" sz="2000" kern="1200" dirty="0" err="1" smtClean="0">
              <a:latin typeface="Times New Roman" panose="02020603050405020304" pitchFamily="18" charset="0"/>
              <a:cs typeface="Times New Roman" panose="02020603050405020304" pitchFamily="18" charset="0"/>
            </a:rPr>
            <a:t>féminisme</a:t>
          </a:r>
          <a:r>
            <a:rPr lang="en-US" sz="2000" kern="1200" dirty="0" smtClean="0">
              <a:latin typeface="Times New Roman" panose="02020603050405020304" pitchFamily="18" charset="0"/>
              <a:cs typeface="Times New Roman" panose="02020603050405020304" pitchFamily="18" charset="0"/>
            </a:rPr>
            <a:t>). Historically, women were not treated well, were treated as slaves etc. </a:t>
          </a:r>
          <a:endParaRPr lang="en-US" sz="2000" kern="1200" dirty="0"/>
        </a:p>
      </dsp:txBody>
      <dsp:txXfrm>
        <a:off x="0" y="0"/>
        <a:ext cx="10746348" cy="7599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229E2-4A5E-4CF4-A1D2-6935D9B7D3D9}">
      <dsp:nvSpPr>
        <dsp:cNvPr id="0" name=""/>
        <dsp:cNvSpPr/>
      </dsp:nvSpPr>
      <dsp:spPr>
        <a:xfrm>
          <a:off x="0" y="0"/>
          <a:ext cx="107463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240608-25D6-4EE0-B26F-8EAC5CFE386A}">
      <dsp:nvSpPr>
        <dsp:cNvPr id="0" name=""/>
        <dsp:cNvSpPr/>
      </dsp:nvSpPr>
      <dsp:spPr>
        <a:xfrm>
          <a:off x="0" y="0"/>
          <a:ext cx="10746348" cy="994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Movement of women -The philosophy that men and women should be </a:t>
          </a:r>
          <a:r>
            <a:rPr lang="en-US" sz="2000" b="1" kern="1200" dirty="0" smtClean="0">
              <a:latin typeface="Times New Roman" panose="02020603050405020304" pitchFamily="18" charset="0"/>
              <a:cs typeface="Times New Roman" panose="02020603050405020304" pitchFamily="18" charset="0"/>
            </a:rPr>
            <a:t>politically, economically, and socially equal; organized activities on behalf of this principle.</a:t>
          </a:r>
          <a:endParaRPr lang="en-US" sz="2000" kern="1200" dirty="0"/>
        </a:p>
      </dsp:txBody>
      <dsp:txXfrm>
        <a:off x="0" y="0"/>
        <a:ext cx="10746348" cy="9941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EBFCB-A876-48DA-850C-50014EEC934B}">
      <dsp:nvSpPr>
        <dsp:cNvPr id="0" name=""/>
        <dsp:cNvSpPr/>
      </dsp:nvSpPr>
      <dsp:spPr>
        <a:xfrm>
          <a:off x="0" y="0"/>
          <a:ext cx="709445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1834F3-ED41-4F8E-B683-FE029CCB9990}">
      <dsp:nvSpPr>
        <dsp:cNvPr id="0" name=""/>
        <dsp:cNvSpPr/>
      </dsp:nvSpPr>
      <dsp:spPr>
        <a:xfrm>
          <a:off x="0" y="0"/>
          <a:ext cx="7094451" cy="2050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 importance of gender-conflict theory lies in awareness of the many ways in which the way of life places men in positions of power over women: in the home (where men are usually considered “head of the household”), in the workplace (where men earn more income and hold most positions of power), and in the mass media (where, for instance, more men than women are hip-hop stars).</a:t>
          </a:r>
          <a:endParaRPr lang="en-US" sz="2000" kern="1200" dirty="0">
            <a:latin typeface="Times New Roman" panose="02020603050405020304" pitchFamily="18" charset="0"/>
            <a:cs typeface="Times New Roman" panose="02020603050405020304" pitchFamily="18" charset="0"/>
          </a:endParaRPr>
        </a:p>
      </dsp:txBody>
      <dsp:txXfrm>
        <a:off x="0" y="0"/>
        <a:ext cx="7094451" cy="20500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E6FACA-AA39-439C-8184-399D6169E5CE}">
      <dsp:nvSpPr>
        <dsp:cNvPr id="0" name=""/>
        <dsp:cNvSpPr/>
      </dsp:nvSpPr>
      <dsp:spPr>
        <a:xfrm>
          <a:off x="0" y="36000"/>
          <a:ext cx="8128000" cy="842400"/>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smtClean="0">
              <a:solidFill>
                <a:schemeClr val="bg1"/>
              </a:solidFill>
              <a:latin typeface="Times New Roman" panose="02020603050405020304" pitchFamily="18" charset="0"/>
              <a:cs typeface="Times New Roman" panose="02020603050405020304" pitchFamily="18" charset="0"/>
            </a:rPr>
            <a:t>Feminism and Gender-Conflict Theory</a:t>
          </a:r>
          <a:endParaRPr lang="en-US" sz="3600" b="1" kern="1200" dirty="0">
            <a:solidFill>
              <a:schemeClr val="bg1"/>
            </a:solidFill>
            <a:latin typeface="Times New Roman" panose="02020603050405020304" pitchFamily="18" charset="0"/>
            <a:cs typeface="Times New Roman" panose="02020603050405020304" pitchFamily="18" charset="0"/>
          </a:endParaRPr>
        </a:p>
      </dsp:txBody>
      <dsp:txXfrm>
        <a:off x="41123" y="77123"/>
        <a:ext cx="8045754" cy="76015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0E9A9-50EF-4A0A-9B16-EFD729771DE9}">
      <dsp:nvSpPr>
        <dsp:cNvPr id="0" name=""/>
        <dsp:cNvSpPr/>
      </dsp:nvSpPr>
      <dsp:spPr>
        <a:xfrm>
          <a:off x="0" y="0"/>
          <a:ext cx="103267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267E64-356F-4784-B0E0-7BB395236314}">
      <dsp:nvSpPr>
        <dsp:cNvPr id="0" name=""/>
        <dsp:cNvSpPr/>
      </dsp:nvSpPr>
      <dsp:spPr>
        <a:xfrm>
          <a:off x="0" y="0"/>
          <a:ext cx="10326715" cy="689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One important social-conflict theory is gender-conflict theory (or feminist theory), the study of society that </a:t>
          </a:r>
          <a:r>
            <a:rPr lang="en-US" sz="2000" b="1" kern="1200" dirty="0" smtClean="0">
              <a:latin typeface="Times New Roman" panose="02020603050405020304" pitchFamily="18" charset="0"/>
              <a:cs typeface="Times New Roman" panose="02020603050405020304" pitchFamily="18" charset="0"/>
            </a:rPr>
            <a:t>focuses on inequality and conflict between women and men. </a:t>
          </a:r>
          <a:endParaRPr lang="en-US" sz="2000" b="1" kern="1200" dirty="0"/>
        </a:p>
      </dsp:txBody>
      <dsp:txXfrm>
        <a:off x="0" y="0"/>
        <a:ext cx="10326715" cy="689341"/>
      </dsp:txXfrm>
    </dsp:sp>
    <dsp:sp modelId="{E7F10AF1-7A63-4F1B-A168-DE9DA623F72F}">
      <dsp:nvSpPr>
        <dsp:cNvPr id="0" name=""/>
        <dsp:cNvSpPr/>
      </dsp:nvSpPr>
      <dsp:spPr>
        <a:xfrm>
          <a:off x="0" y="689341"/>
          <a:ext cx="103267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8C75D7-CC56-452A-B1A3-B0FB34D0D744}">
      <dsp:nvSpPr>
        <dsp:cNvPr id="0" name=""/>
        <dsp:cNvSpPr/>
      </dsp:nvSpPr>
      <dsp:spPr>
        <a:xfrm>
          <a:off x="0" y="689341"/>
          <a:ext cx="10326715" cy="689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 gender-conflict approach is closely linked to feminism, support of social equality for women and men.</a:t>
          </a:r>
          <a:endParaRPr lang="en-US" sz="2000" kern="1200" dirty="0"/>
        </a:p>
      </dsp:txBody>
      <dsp:txXfrm>
        <a:off x="0" y="689341"/>
        <a:ext cx="10326715" cy="68934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C64740-AF15-4589-964B-9325A7FEC13A}">
      <dsp:nvSpPr>
        <dsp:cNvPr id="0" name=""/>
        <dsp:cNvSpPr/>
      </dsp:nvSpPr>
      <dsp:spPr>
        <a:xfrm>
          <a:off x="0" y="0"/>
          <a:ext cx="10520220" cy="0"/>
        </a:xfrm>
        <a:prstGeom prst="lin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18BB68-3EEF-4E69-A438-FFD010DCFC1F}">
      <dsp:nvSpPr>
        <dsp:cNvPr id="0" name=""/>
        <dsp:cNvSpPr/>
      </dsp:nvSpPr>
      <dsp:spPr>
        <a:xfrm>
          <a:off x="0" y="0"/>
          <a:ext cx="10520220" cy="783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It </a:t>
          </a:r>
          <a:r>
            <a:rPr lang="en-US" sz="2000" kern="1200" dirty="0" smtClean="0">
              <a:latin typeface="Times New Roman" panose="02020603050405020304" pitchFamily="18" charset="0"/>
              <a:cs typeface="Times New Roman" panose="02020603050405020304" pitchFamily="18" charset="0"/>
            </a:rPr>
            <a:t>is a conflict theory, as feminists believe society is in </a:t>
          </a:r>
          <a:r>
            <a:rPr lang="en-US" sz="2000" b="1" kern="1200" dirty="0" smtClean="0">
              <a:latin typeface="Times New Roman" panose="02020603050405020304" pitchFamily="18" charset="0"/>
              <a:cs typeface="Times New Roman" panose="02020603050405020304" pitchFamily="18" charset="0"/>
            </a:rPr>
            <a:t>constant conflict due to the subordination of women by men.</a:t>
          </a:r>
          <a:endParaRPr lang="en-US" sz="2000" b="1" kern="1200" dirty="0">
            <a:latin typeface="Times New Roman" panose="02020603050405020304" pitchFamily="18" charset="0"/>
            <a:cs typeface="Times New Roman" panose="02020603050405020304" pitchFamily="18" charset="0"/>
          </a:endParaRPr>
        </a:p>
      </dsp:txBody>
      <dsp:txXfrm>
        <a:off x="0" y="0"/>
        <a:ext cx="10520220" cy="78350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CB5D1-1A23-4385-8A44-CA890D4B9F47}">
      <dsp:nvSpPr>
        <dsp:cNvPr id="0" name=""/>
        <dsp:cNvSpPr/>
      </dsp:nvSpPr>
      <dsp:spPr>
        <a:xfrm>
          <a:off x="0" y="0"/>
          <a:ext cx="7203442" cy="0"/>
        </a:xfrm>
        <a:prstGeom prst="lin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BFC310-85A6-45A0-8374-D7BF3912AE95}">
      <dsp:nvSpPr>
        <dsp:cNvPr id="0" name=""/>
        <dsp:cNvSpPr/>
      </dsp:nvSpPr>
      <dsp:spPr>
        <a:xfrm>
          <a:off x="0" y="0"/>
          <a:ext cx="7203442" cy="1216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There are several branches of feminism that explore patriarchy and gender inequality in different ways. Each branch has different perspectives and goals for resolving the issues feminism stands for. </a:t>
          </a:r>
          <a:endParaRPr lang="en-US" sz="2000" kern="1200" dirty="0">
            <a:latin typeface="Times New Roman" panose="02020603050405020304" pitchFamily="18" charset="0"/>
            <a:cs typeface="Times New Roman" panose="02020603050405020304" pitchFamily="18" charset="0"/>
          </a:endParaRPr>
        </a:p>
      </dsp:txBody>
      <dsp:txXfrm>
        <a:off x="0" y="0"/>
        <a:ext cx="7203442" cy="121681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D6543E-FB24-4E09-9666-21168E1AA03C}">
      <dsp:nvSpPr>
        <dsp:cNvPr id="0" name=""/>
        <dsp:cNvSpPr/>
      </dsp:nvSpPr>
      <dsp:spPr>
        <a:xfrm>
          <a:off x="0" y="0"/>
          <a:ext cx="7095376"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8AA29D-0A0E-43BD-9135-D9729DF58454}">
      <dsp:nvSpPr>
        <dsp:cNvPr id="0" name=""/>
        <dsp:cNvSpPr/>
      </dsp:nvSpPr>
      <dsp:spPr>
        <a:xfrm>
          <a:off x="0" y="0"/>
          <a:ext cx="7095376" cy="1742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Feminism states society is 'patriarchal'. A </a:t>
          </a:r>
          <a:r>
            <a:rPr lang="en-US" sz="2000" b="1" kern="1200" dirty="0" smtClean="0">
              <a:latin typeface="Times New Roman" panose="02020603050405020304" pitchFamily="18" charset="0"/>
              <a:cs typeface="Times New Roman" panose="02020603050405020304" pitchFamily="18" charset="0"/>
            </a:rPr>
            <a:t>patriarchal </a:t>
          </a:r>
          <a:r>
            <a:rPr lang="en-US" sz="2000" kern="1200" dirty="0" smtClean="0">
              <a:latin typeface="Times New Roman" panose="02020603050405020304" pitchFamily="18" charset="0"/>
              <a:cs typeface="Times New Roman" panose="02020603050405020304" pitchFamily="18" charset="0"/>
            </a:rPr>
            <a:t>society is one that has been built by and for the </a:t>
          </a:r>
          <a:r>
            <a:rPr lang="en-US" sz="2000" b="1" kern="1200" dirty="0" smtClean="0">
              <a:latin typeface="Times New Roman" panose="02020603050405020304" pitchFamily="18" charset="0"/>
              <a:cs typeface="Times New Roman" panose="02020603050405020304" pitchFamily="18" charset="0"/>
            </a:rPr>
            <a:t>benefit of men at the expense of women</a:t>
          </a:r>
          <a:r>
            <a:rPr lang="en-US" sz="2000" kern="1200" dirty="0" smtClean="0">
              <a:latin typeface="Times New Roman" panose="02020603050405020304" pitchFamily="18" charset="0"/>
              <a:cs typeface="Times New Roman" panose="02020603050405020304" pitchFamily="18" charset="0"/>
            </a:rPr>
            <a:t>. This structure </a:t>
          </a:r>
          <a:r>
            <a:rPr lang="en-US" sz="2000" b="1" kern="1200" dirty="0" smtClean="0">
              <a:latin typeface="Times New Roman" panose="02020603050405020304" pitchFamily="18" charset="0"/>
              <a:cs typeface="Times New Roman" panose="02020603050405020304" pitchFamily="18" charset="0"/>
            </a:rPr>
            <a:t>subjugates women </a:t>
          </a:r>
          <a:r>
            <a:rPr lang="en-US" sz="2000" kern="1200" dirty="0" smtClean="0">
              <a:latin typeface="Times New Roman" panose="02020603050405020304" pitchFamily="18" charset="0"/>
              <a:cs typeface="Times New Roman" panose="02020603050405020304" pitchFamily="18" charset="0"/>
            </a:rPr>
            <a:t>as it is a structure that is </a:t>
          </a:r>
          <a:r>
            <a:rPr lang="en-US" sz="2000" b="1" kern="1200" dirty="0" smtClean="0">
              <a:latin typeface="Times New Roman" panose="02020603050405020304" pitchFamily="18" charset="0"/>
              <a:cs typeface="Times New Roman" panose="02020603050405020304" pitchFamily="18" charset="0"/>
            </a:rPr>
            <a:t>biased towards men</a:t>
          </a:r>
          <a:r>
            <a:rPr lang="en-US" sz="2000" kern="1200" dirty="0" smtClean="0">
              <a:latin typeface="Times New Roman" panose="02020603050405020304" pitchFamily="18" charset="0"/>
              <a:cs typeface="Times New Roman" panose="02020603050405020304" pitchFamily="18" charset="0"/>
            </a:rPr>
            <a:t>. This means </a:t>
          </a:r>
          <a:r>
            <a:rPr lang="en-US" sz="2000" b="1" kern="1200" dirty="0" smtClean="0">
              <a:latin typeface="Times New Roman" panose="02020603050405020304" pitchFamily="18" charset="0"/>
              <a:cs typeface="Times New Roman" panose="02020603050405020304" pitchFamily="18" charset="0"/>
            </a:rPr>
            <a:t>men have more power </a:t>
          </a:r>
          <a:r>
            <a:rPr lang="en-US" sz="2000" kern="1200" dirty="0" smtClean="0">
              <a:latin typeface="Times New Roman" panose="02020603050405020304" pitchFamily="18" charset="0"/>
              <a:cs typeface="Times New Roman" panose="02020603050405020304" pitchFamily="18" charset="0"/>
            </a:rPr>
            <a:t>and status than women.</a:t>
          </a:r>
          <a:endParaRPr lang="en-US" sz="2000" kern="1200" dirty="0"/>
        </a:p>
      </dsp:txBody>
      <dsp:txXfrm>
        <a:off x="0" y="0"/>
        <a:ext cx="7095376" cy="174251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2B5B8A-E22D-482C-A466-3069B296309A}">
      <dsp:nvSpPr>
        <dsp:cNvPr id="0" name=""/>
        <dsp:cNvSpPr/>
      </dsp:nvSpPr>
      <dsp:spPr>
        <a:xfrm>
          <a:off x="0" y="0"/>
          <a:ext cx="1052022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137FE7-740D-403D-BA17-3A30AC0632A4}">
      <dsp:nvSpPr>
        <dsp:cNvPr id="0" name=""/>
        <dsp:cNvSpPr/>
      </dsp:nvSpPr>
      <dsp:spPr>
        <a:xfrm>
          <a:off x="0" y="0"/>
          <a:ext cx="10520220" cy="86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However, all feminists have one thing in common; they all believe that the societal structure is patriarchal and that patriarchy is the cause of gender inequality.</a:t>
          </a:r>
          <a:endParaRPr lang="en-US" sz="2000" kern="1200" dirty="0"/>
        </a:p>
      </dsp:txBody>
      <dsp:txXfrm>
        <a:off x="0" y="0"/>
        <a:ext cx="10520220" cy="86390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3FBE6-77F6-4134-B039-40C7F193E580}">
      <dsp:nvSpPr>
        <dsp:cNvPr id="0" name=""/>
        <dsp:cNvSpPr/>
      </dsp:nvSpPr>
      <dsp:spPr>
        <a:xfrm>
          <a:off x="0" y="0"/>
          <a:ext cx="1042046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723957-4DEC-4C7B-998D-2D52DBF089BE}">
      <dsp:nvSpPr>
        <dsp:cNvPr id="0" name=""/>
        <dsp:cNvSpPr/>
      </dsp:nvSpPr>
      <dsp:spPr>
        <a:xfrm>
          <a:off x="0" y="0"/>
          <a:ext cx="10420468" cy="789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In sociology, 'feminization/feminization' refers to the process by which </a:t>
          </a:r>
          <a:r>
            <a:rPr lang="en-US" sz="2000" b="1" kern="1200" dirty="0" smtClean="0">
              <a:latin typeface="Times New Roman" panose="02020603050405020304" pitchFamily="18" charset="0"/>
              <a:cs typeface="Times New Roman" panose="02020603050405020304" pitchFamily="18" charset="0"/>
            </a:rPr>
            <a:t>society's sex and gender roles become focused upon femininity </a:t>
          </a:r>
          <a:r>
            <a:rPr lang="en-US" sz="2000" kern="1200" dirty="0" smtClean="0">
              <a:latin typeface="Times New Roman" panose="02020603050405020304" pitchFamily="18" charset="0"/>
              <a:cs typeface="Times New Roman" panose="02020603050405020304" pitchFamily="18" charset="0"/>
            </a:rPr>
            <a:t>(where the focus was previously on masculinity). </a:t>
          </a:r>
          <a:endParaRPr lang="en-US" sz="2000" kern="1200" dirty="0">
            <a:latin typeface="Times New Roman" panose="02020603050405020304" pitchFamily="18" charset="0"/>
            <a:cs typeface="Times New Roman" panose="02020603050405020304" pitchFamily="18" charset="0"/>
          </a:endParaRPr>
        </a:p>
      </dsp:txBody>
      <dsp:txXfrm>
        <a:off x="0" y="0"/>
        <a:ext cx="10420468" cy="789709"/>
      </dsp:txXfrm>
    </dsp:sp>
    <dsp:sp modelId="{073B847A-3877-419A-927C-0B1B55BE7DD5}">
      <dsp:nvSpPr>
        <dsp:cNvPr id="0" name=""/>
        <dsp:cNvSpPr/>
      </dsp:nvSpPr>
      <dsp:spPr>
        <a:xfrm>
          <a:off x="0" y="789709"/>
          <a:ext cx="1042046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BF1286-19A9-49F1-92C4-BA4F8FB960D2}">
      <dsp:nvSpPr>
        <dsp:cNvPr id="0" name=""/>
        <dsp:cNvSpPr/>
      </dsp:nvSpPr>
      <dsp:spPr>
        <a:xfrm>
          <a:off x="0" y="789709"/>
          <a:ext cx="10420468" cy="789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Feminists come together on the main cause of combatting gender inequality. However, there are some minor differences in how they perceive this inequality, and how they think it can be eradicated. Examples could be:</a:t>
          </a:r>
          <a:endParaRPr lang="en-US" sz="2000" kern="1200" dirty="0">
            <a:latin typeface="Times New Roman" panose="02020603050405020304" pitchFamily="18" charset="0"/>
            <a:cs typeface="Times New Roman" panose="02020603050405020304" pitchFamily="18" charset="0"/>
          </a:endParaRPr>
        </a:p>
      </dsp:txBody>
      <dsp:txXfrm>
        <a:off x="0" y="789709"/>
        <a:ext cx="10420468" cy="78970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9FA01-FE6E-4382-B023-D902898D7BEA}">
      <dsp:nvSpPr>
        <dsp:cNvPr id="0" name=""/>
        <dsp:cNvSpPr/>
      </dsp:nvSpPr>
      <dsp:spPr>
        <a:xfrm>
          <a:off x="0" y="3944"/>
          <a:ext cx="8128000" cy="702000"/>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err="1" smtClean="0">
              <a:solidFill>
                <a:schemeClr val="bg1"/>
              </a:solidFill>
              <a:latin typeface="Times New Roman" panose="02020603050405020304" pitchFamily="18" charset="0"/>
              <a:cs typeface="Times New Roman" panose="02020603050405020304" pitchFamily="18" charset="0"/>
            </a:rPr>
            <a:t>Feminisation</a:t>
          </a:r>
          <a:r>
            <a:rPr lang="en-US" sz="3000" b="1" kern="1200" dirty="0" smtClean="0">
              <a:solidFill>
                <a:schemeClr val="bg1"/>
              </a:solidFill>
              <a:latin typeface="Times New Roman" panose="02020603050405020304" pitchFamily="18" charset="0"/>
              <a:cs typeface="Times New Roman" panose="02020603050405020304" pitchFamily="18" charset="0"/>
            </a:rPr>
            <a:t> in Sociology</a:t>
          </a:r>
          <a:endParaRPr lang="en-US" sz="3000" b="1" kern="1200" dirty="0">
            <a:solidFill>
              <a:schemeClr val="bg1"/>
            </a:solidFill>
            <a:latin typeface="Times New Roman" panose="02020603050405020304" pitchFamily="18" charset="0"/>
            <a:cs typeface="Times New Roman" panose="02020603050405020304" pitchFamily="18" charset="0"/>
          </a:endParaRPr>
        </a:p>
      </dsp:txBody>
      <dsp:txXfrm>
        <a:off x="34269" y="38213"/>
        <a:ext cx="8059462" cy="63346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73845B-01C2-4F5F-BA18-189C23743337}">
      <dsp:nvSpPr>
        <dsp:cNvPr id="0" name=""/>
        <dsp:cNvSpPr/>
      </dsp:nvSpPr>
      <dsp:spPr>
        <a:xfrm>
          <a:off x="0" y="4799"/>
          <a:ext cx="10666688" cy="775710"/>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 feminization of the labor force refers to the fact that the </a:t>
          </a:r>
          <a:r>
            <a:rPr lang="en-US" sz="2000" b="1" kern="1200" dirty="0" smtClean="0">
              <a:latin typeface="Times New Roman" panose="02020603050405020304" pitchFamily="18" charset="0"/>
              <a:cs typeface="Times New Roman" panose="02020603050405020304" pitchFamily="18" charset="0"/>
            </a:rPr>
            <a:t>labor force is increasingly made up of women,</a:t>
          </a:r>
          <a:r>
            <a:rPr lang="en-US" sz="2000" kern="1200" dirty="0" smtClean="0">
              <a:latin typeface="Times New Roman" panose="02020603050405020304" pitchFamily="18" charset="0"/>
              <a:cs typeface="Times New Roman" panose="02020603050405020304" pitchFamily="18" charset="0"/>
            </a:rPr>
            <a:t> even </a:t>
          </a:r>
          <a:r>
            <a:rPr lang="en-US" sz="2000" b="1" kern="1200" dirty="0" smtClean="0">
              <a:latin typeface="Times New Roman" panose="02020603050405020304" pitchFamily="18" charset="0"/>
              <a:cs typeface="Times New Roman" panose="02020603050405020304" pitchFamily="18" charset="0"/>
            </a:rPr>
            <a:t>in sectors that were traditionally dominated by men.</a:t>
          </a:r>
          <a:endParaRPr lang="en-US" sz="2000" b="1" kern="1200" dirty="0"/>
        </a:p>
      </dsp:txBody>
      <dsp:txXfrm>
        <a:off x="37867" y="42666"/>
        <a:ext cx="10590954" cy="699976"/>
      </dsp:txXfrm>
    </dsp:sp>
    <dsp:sp modelId="{DC31C752-9B27-4F1C-998F-A690A4BD212F}">
      <dsp:nvSpPr>
        <dsp:cNvPr id="0" name=""/>
        <dsp:cNvSpPr/>
      </dsp:nvSpPr>
      <dsp:spPr>
        <a:xfrm>
          <a:off x="0" y="878429"/>
          <a:ext cx="10666688" cy="775710"/>
        </a:xfrm>
        <a:prstGeom prst="round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 feminization of poverty means that </a:t>
          </a:r>
          <a:r>
            <a:rPr lang="en-US" sz="2000" b="1" kern="1200" dirty="0" smtClean="0">
              <a:latin typeface="Times New Roman" panose="02020603050405020304" pitchFamily="18" charset="0"/>
              <a:cs typeface="Times New Roman" panose="02020603050405020304" pitchFamily="18" charset="0"/>
            </a:rPr>
            <a:t>women are more likely to experience poverty than men.</a:t>
          </a:r>
          <a:endParaRPr lang="en-US" sz="2000" b="1" kern="1200" dirty="0">
            <a:latin typeface="Times New Roman" panose="02020603050405020304" pitchFamily="18" charset="0"/>
            <a:cs typeface="Times New Roman" panose="02020603050405020304" pitchFamily="18" charset="0"/>
          </a:endParaRPr>
        </a:p>
      </dsp:txBody>
      <dsp:txXfrm>
        <a:off x="37867" y="916296"/>
        <a:ext cx="10590954" cy="699976"/>
      </dsp:txXfrm>
    </dsp:sp>
    <dsp:sp modelId="{75B5632B-766C-4AE3-A1A7-6857B79C4A09}">
      <dsp:nvSpPr>
        <dsp:cNvPr id="0" name=""/>
        <dsp:cNvSpPr/>
      </dsp:nvSpPr>
      <dsp:spPr>
        <a:xfrm>
          <a:off x="0" y="1752059"/>
          <a:ext cx="10666688" cy="775710"/>
        </a:xfrm>
        <a:prstGeom prst="roundRect">
          <a:avLst/>
        </a:prstGeom>
        <a:solidFill>
          <a:srgbClr val="FFCCF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The feminization of education suggests a </a:t>
          </a:r>
          <a:r>
            <a:rPr lang="en-US" sz="2000" b="1" kern="1200" dirty="0" smtClean="0">
              <a:latin typeface="Times New Roman" panose="02020603050405020304" pitchFamily="18" charset="0"/>
              <a:cs typeface="Times New Roman" panose="02020603050405020304" pitchFamily="18" charset="0"/>
            </a:rPr>
            <a:t>school environment </a:t>
          </a:r>
          <a:r>
            <a:rPr lang="en-US" sz="2000" kern="1200" dirty="0" smtClean="0">
              <a:latin typeface="Times New Roman" panose="02020603050405020304" pitchFamily="18" charset="0"/>
              <a:cs typeface="Times New Roman" panose="02020603050405020304" pitchFamily="18" charset="0"/>
            </a:rPr>
            <a:t>(with reference to aspects such as teachers and curriculum) </a:t>
          </a:r>
          <a:r>
            <a:rPr lang="en-US" sz="2000" b="1" kern="1200" dirty="0" smtClean="0">
              <a:latin typeface="Times New Roman" panose="02020603050405020304" pitchFamily="18" charset="0"/>
              <a:cs typeface="Times New Roman" panose="02020603050405020304" pitchFamily="18" charset="0"/>
            </a:rPr>
            <a:t>becoming more focused and oriented towards female students.</a:t>
          </a:r>
          <a:endParaRPr lang="en-US" sz="2000" b="1" kern="1200" dirty="0">
            <a:latin typeface="Times New Roman" panose="02020603050405020304" pitchFamily="18" charset="0"/>
            <a:cs typeface="Times New Roman" panose="02020603050405020304" pitchFamily="18" charset="0"/>
          </a:endParaRPr>
        </a:p>
      </dsp:txBody>
      <dsp:txXfrm>
        <a:off x="37867" y="1789926"/>
        <a:ext cx="10590954" cy="69997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B5B389-B2C8-4D71-B173-A075589C0086}">
      <dsp:nvSpPr>
        <dsp:cNvPr id="0" name=""/>
        <dsp:cNvSpPr/>
      </dsp:nvSpPr>
      <dsp:spPr>
        <a:xfrm>
          <a:off x="0" y="0"/>
          <a:ext cx="102158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25E8B1-E7D5-4583-A219-DC00ACF2FBFF}">
      <dsp:nvSpPr>
        <dsp:cNvPr id="0" name=""/>
        <dsp:cNvSpPr/>
      </dsp:nvSpPr>
      <dsp:spPr>
        <a:xfrm>
          <a:off x="0" y="0"/>
          <a:ext cx="10215809" cy="111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chemeClr val="tx1"/>
              </a:solidFill>
              <a:latin typeface="Times New Roman" panose="02020603050405020304" pitchFamily="18" charset="0"/>
              <a:cs typeface="Times New Roman" panose="02020603050405020304" pitchFamily="18" charset="0"/>
            </a:rPr>
            <a:t>Liberal feminism is a key feminist theory, sometimes </a:t>
          </a:r>
          <a:r>
            <a:rPr lang="en-US" sz="1700" b="1" kern="1200" dirty="0" smtClean="0">
              <a:solidFill>
                <a:schemeClr val="tx1"/>
              </a:solidFill>
              <a:latin typeface="Times New Roman" panose="02020603050405020304" pitchFamily="18" charset="0"/>
              <a:cs typeface="Times New Roman" panose="02020603050405020304" pitchFamily="18" charset="0"/>
            </a:rPr>
            <a:t>known as mainstream feminism</a:t>
          </a:r>
          <a:r>
            <a:rPr lang="en-US" sz="1700" kern="1200" dirty="0" smtClean="0">
              <a:solidFill>
                <a:schemeClr val="tx1"/>
              </a:solidFill>
              <a:latin typeface="Times New Roman" panose="02020603050405020304" pitchFamily="18" charset="0"/>
              <a:cs typeface="Times New Roman" panose="02020603050405020304" pitchFamily="18" charset="0"/>
            </a:rPr>
            <a:t>. Liberal feminism seeks to </a:t>
          </a:r>
          <a:r>
            <a:rPr lang="en-US" sz="1700" b="1" kern="1200" dirty="0" smtClean="0">
              <a:solidFill>
                <a:schemeClr val="tx1"/>
              </a:solidFill>
              <a:latin typeface="Times New Roman" panose="02020603050405020304" pitchFamily="18" charset="0"/>
              <a:cs typeface="Times New Roman" panose="02020603050405020304" pitchFamily="18" charset="0"/>
            </a:rPr>
            <a:t>achieve gender equality in the public sphere</a:t>
          </a:r>
          <a:r>
            <a:rPr lang="en-US" sz="1700" kern="1200" dirty="0" smtClean="0">
              <a:solidFill>
                <a:schemeClr val="tx1"/>
              </a:solidFill>
              <a:latin typeface="Times New Roman" panose="02020603050405020304" pitchFamily="18" charset="0"/>
              <a:cs typeface="Times New Roman" panose="02020603050405020304" pitchFamily="18" charset="0"/>
            </a:rPr>
            <a:t>. It seeks to improve women's positions within existing structures and spheres of society, such as </a:t>
          </a:r>
          <a:r>
            <a:rPr lang="en-US" sz="1700" b="1" kern="1200" dirty="0" smtClean="0">
              <a:solidFill>
                <a:schemeClr val="tx1"/>
              </a:solidFill>
              <a:latin typeface="Times New Roman" panose="02020603050405020304" pitchFamily="18" charset="0"/>
              <a:cs typeface="Times New Roman" panose="02020603050405020304" pitchFamily="18" charset="0"/>
            </a:rPr>
            <a:t>equal education and job opportunities, equal pay, freedom from discrimination, and bodily autonomy.</a:t>
          </a:r>
          <a:endParaRPr lang="en-US" sz="1700" b="1" kern="1200" dirty="0">
            <a:solidFill>
              <a:schemeClr val="tx1"/>
            </a:solidFill>
            <a:latin typeface="Times New Roman" panose="02020603050405020304" pitchFamily="18" charset="0"/>
            <a:cs typeface="Times New Roman" panose="02020603050405020304" pitchFamily="18" charset="0"/>
          </a:endParaRPr>
        </a:p>
      </dsp:txBody>
      <dsp:txXfrm>
        <a:off x="0" y="0"/>
        <a:ext cx="10215809" cy="1114022"/>
      </dsp:txXfrm>
    </dsp:sp>
    <dsp:sp modelId="{B53C8359-5EF4-41DC-9D51-EEE296920E44}">
      <dsp:nvSpPr>
        <dsp:cNvPr id="0" name=""/>
        <dsp:cNvSpPr/>
      </dsp:nvSpPr>
      <dsp:spPr>
        <a:xfrm>
          <a:off x="0" y="1114022"/>
          <a:ext cx="102158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3C903A-9C5C-46A7-A3FF-BAB4DC73E711}">
      <dsp:nvSpPr>
        <dsp:cNvPr id="0" name=""/>
        <dsp:cNvSpPr/>
      </dsp:nvSpPr>
      <dsp:spPr>
        <a:xfrm>
          <a:off x="0" y="1114022"/>
          <a:ext cx="10215809" cy="111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chemeClr val="tx1"/>
              </a:solidFill>
              <a:latin typeface="Times New Roman" panose="02020603050405020304" pitchFamily="18" charset="0"/>
              <a:cs typeface="Times New Roman" panose="02020603050405020304" pitchFamily="18" charset="0"/>
            </a:rPr>
            <a:t>Liberal feminists believe that </a:t>
          </a:r>
          <a:r>
            <a:rPr lang="en-US" sz="1700" b="1" kern="1200" dirty="0" smtClean="0">
              <a:solidFill>
                <a:schemeClr val="tx1"/>
              </a:solidFill>
              <a:latin typeface="Times New Roman" panose="02020603050405020304" pitchFamily="18" charset="0"/>
              <a:cs typeface="Times New Roman" panose="02020603050405020304" pitchFamily="18" charset="0"/>
            </a:rPr>
            <a:t>women want the same things that men do</a:t>
          </a:r>
          <a:r>
            <a:rPr lang="en-US" sz="1700" kern="1200" dirty="0" smtClean="0">
              <a:solidFill>
                <a:schemeClr val="tx1"/>
              </a:solidFill>
              <a:latin typeface="Times New Roman" panose="02020603050405020304" pitchFamily="18" charset="0"/>
              <a:cs typeface="Times New Roman" panose="02020603050405020304" pitchFamily="18" charset="0"/>
            </a:rPr>
            <a:t>: receive a good education, work, and earn a decent, fair living. They believe that change is possible through legal and social campaigns and changes.</a:t>
          </a:r>
          <a:endParaRPr lang="en-US" sz="1700" kern="1200" dirty="0">
            <a:solidFill>
              <a:schemeClr val="tx1"/>
            </a:solidFill>
            <a:latin typeface="Times New Roman" panose="02020603050405020304" pitchFamily="18" charset="0"/>
            <a:cs typeface="Times New Roman" panose="02020603050405020304" pitchFamily="18" charset="0"/>
          </a:endParaRPr>
        </a:p>
      </dsp:txBody>
      <dsp:txXfrm>
        <a:off x="0" y="1114022"/>
        <a:ext cx="10215809" cy="111402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E8C96-0B38-4A0F-94AB-B29AE6B098F5}">
      <dsp:nvSpPr>
        <dsp:cNvPr id="0" name=""/>
        <dsp:cNvSpPr/>
      </dsp:nvSpPr>
      <dsp:spPr>
        <a:xfrm>
          <a:off x="0" y="3492"/>
          <a:ext cx="8128000" cy="791505"/>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b="1" kern="1200" dirty="0" smtClean="0">
              <a:solidFill>
                <a:schemeClr val="bg1"/>
              </a:solidFill>
              <a:latin typeface="Times New Roman" panose="02020603050405020304" pitchFamily="18" charset="0"/>
              <a:cs typeface="Times New Roman" panose="02020603050405020304" pitchFamily="18" charset="0"/>
            </a:rPr>
            <a:t>Liberal feminism in Sociology</a:t>
          </a:r>
          <a:endParaRPr lang="en-US" sz="3300" kern="1200" dirty="0">
            <a:solidFill>
              <a:schemeClr val="bg1"/>
            </a:solidFill>
          </a:endParaRPr>
        </a:p>
      </dsp:txBody>
      <dsp:txXfrm>
        <a:off x="38638" y="42130"/>
        <a:ext cx="8050724" cy="71422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F1320-8548-4C1B-8B61-49EC418FF6FC}">
      <dsp:nvSpPr>
        <dsp:cNvPr id="0" name=""/>
        <dsp:cNvSpPr/>
      </dsp:nvSpPr>
      <dsp:spPr>
        <a:xfrm>
          <a:off x="0" y="401895"/>
          <a:ext cx="7109004" cy="20884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1738" tIns="541528" rIns="551738"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latin typeface="Times New Roman" panose="02020603050405020304" pitchFamily="18" charset="0"/>
              <a:cs typeface="Times New Roman" panose="02020603050405020304" pitchFamily="18" charset="0"/>
            </a:rPr>
            <a:t>Using legal changes to outlaw discrimination against women in public spheres; equal access to education, work, and health.</a:t>
          </a:r>
          <a:endParaRPr lang="en-US" sz="1700" kern="1200" dirty="0">
            <a:latin typeface="Times New Roman" panose="02020603050405020304" pitchFamily="18" charset="0"/>
            <a:cs typeface="Times New Roman" panose="02020603050405020304" pitchFamily="18" charset="0"/>
          </a:endParaRPr>
        </a:p>
        <a:p>
          <a:pPr marL="171450" lvl="1" indent="-171450" algn="l" defTabSz="755650">
            <a:lnSpc>
              <a:spcPct val="90000"/>
            </a:lnSpc>
            <a:spcBef>
              <a:spcPct val="0"/>
            </a:spcBef>
            <a:spcAft>
              <a:spcPct val="15000"/>
            </a:spcAft>
            <a:buChar char="••"/>
          </a:pPr>
          <a:r>
            <a:rPr lang="en-US" sz="1700" kern="1200" dirty="0" smtClean="0">
              <a:latin typeface="Times New Roman" panose="02020603050405020304" pitchFamily="18" charset="0"/>
              <a:cs typeface="Times New Roman" panose="02020603050405020304" pitchFamily="18" charset="0"/>
            </a:rPr>
            <a:t>Working within the existing societal structure to achieve gender equality and to change social attitudes.</a:t>
          </a:r>
          <a:endParaRPr lang="en-US" sz="1700" kern="1200" dirty="0">
            <a:latin typeface="Times New Roman" panose="02020603050405020304" pitchFamily="18" charset="0"/>
            <a:cs typeface="Times New Roman" panose="02020603050405020304" pitchFamily="18" charset="0"/>
          </a:endParaRPr>
        </a:p>
        <a:p>
          <a:pPr marL="171450" lvl="1" indent="-171450" algn="l" defTabSz="755650">
            <a:lnSpc>
              <a:spcPct val="90000"/>
            </a:lnSpc>
            <a:spcBef>
              <a:spcPct val="0"/>
            </a:spcBef>
            <a:spcAft>
              <a:spcPct val="15000"/>
            </a:spcAft>
            <a:buChar char="••"/>
          </a:pPr>
          <a:r>
            <a:rPr lang="en-US" sz="1700" kern="1200" smtClean="0">
              <a:latin typeface="Times New Roman" panose="02020603050405020304" pitchFamily="18" charset="0"/>
              <a:cs typeface="Times New Roman" panose="02020603050405020304" pitchFamily="18" charset="0"/>
            </a:rPr>
            <a:t>Achieving equal status between men and women by enabling the same opportunities for women.</a:t>
          </a:r>
          <a:endParaRPr lang="en-US" sz="1700" b="0" i="0" kern="1200" dirty="0">
            <a:effectLst/>
            <a:latin typeface="Times New Roman" panose="02020603050405020304" pitchFamily="18" charset="0"/>
            <a:cs typeface="Times New Roman" panose="02020603050405020304" pitchFamily="18" charset="0"/>
          </a:endParaRPr>
        </a:p>
      </dsp:txBody>
      <dsp:txXfrm>
        <a:off x="0" y="401895"/>
        <a:ext cx="7109004" cy="2088450"/>
      </dsp:txXfrm>
    </dsp:sp>
    <dsp:sp modelId="{1BBDEC9D-516E-4F5D-B89E-F03307A24087}">
      <dsp:nvSpPr>
        <dsp:cNvPr id="0" name=""/>
        <dsp:cNvSpPr/>
      </dsp:nvSpPr>
      <dsp:spPr>
        <a:xfrm>
          <a:off x="355450" y="18135"/>
          <a:ext cx="4976302" cy="767520"/>
        </a:xfrm>
        <a:prstGeom prst="roundRect">
          <a:avLst/>
        </a:prstGeom>
        <a:solidFill>
          <a:srgbClr val="007CD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092" tIns="0" rIns="188092" bIns="0" numCol="1" spcCol="1270" anchor="ctr" anchorCtr="0">
          <a:noAutofit/>
        </a:bodyPr>
        <a:lstStyle/>
        <a:p>
          <a:pPr lvl="0" algn="l" defTabSz="755650">
            <a:lnSpc>
              <a:spcPct val="90000"/>
            </a:lnSpc>
            <a:spcBef>
              <a:spcPct val="0"/>
            </a:spcBef>
            <a:spcAft>
              <a:spcPct val="35000"/>
            </a:spcAft>
          </a:pPr>
          <a:r>
            <a:rPr lang="en-US" sz="1700" b="1" kern="1200" dirty="0" smtClean="0">
              <a:latin typeface="Times New Roman" panose="02020603050405020304" pitchFamily="18" charset="0"/>
              <a:cs typeface="Times New Roman" panose="02020603050405020304" pitchFamily="18" charset="0"/>
            </a:rPr>
            <a:t>Key aims of liberal feminism</a:t>
          </a:r>
          <a:endParaRPr lang="en-US" sz="1700" kern="1200" dirty="0"/>
        </a:p>
      </dsp:txBody>
      <dsp:txXfrm>
        <a:off x="392917" y="55602"/>
        <a:ext cx="4901368" cy="69258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5D5D2-731B-44B8-A8AB-B283A48EA8E2}">
      <dsp:nvSpPr>
        <dsp:cNvPr id="0" name=""/>
        <dsp:cNvSpPr/>
      </dsp:nvSpPr>
      <dsp:spPr>
        <a:xfrm>
          <a:off x="0" y="0"/>
          <a:ext cx="1028582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17454A-6D4D-49E7-A8E8-462C0A2479B5}">
      <dsp:nvSpPr>
        <dsp:cNvPr id="0" name=""/>
        <dsp:cNvSpPr/>
      </dsp:nvSpPr>
      <dsp:spPr>
        <a:xfrm>
          <a:off x="0" y="0"/>
          <a:ext cx="10285822" cy="83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chemeClr val="tx1"/>
              </a:solidFill>
              <a:latin typeface="Times New Roman" panose="02020603050405020304" pitchFamily="18" charset="0"/>
              <a:cs typeface="Times New Roman" panose="02020603050405020304" pitchFamily="18" charset="0"/>
            </a:rPr>
            <a:t>Marxist feminism is a theory that looks at the </a:t>
          </a:r>
          <a:r>
            <a:rPr lang="en-US" sz="1700" b="1" kern="1200" dirty="0" smtClean="0">
              <a:solidFill>
                <a:schemeClr val="tx1"/>
              </a:solidFill>
              <a:latin typeface="Times New Roman" panose="02020603050405020304" pitchFamily="18" charset="0"/>
              <a:cs typeface="Times New Roman" panose="02020603050405020304" pitchFamily="18" charset="0"/>
            </a:rPr>
            <a:t>combined impact of capitalism and patriarchy, </a:t>
          </a:r>
          <a:r>
            <a:rPr lang="en-US" sz="1700" kern="1200" dirty="0" smtClean="0">
              <a:solidFill>
                <a:schemeClr val="tx1"/>
              </a:solidFill>
              <a:latin typeface="Times New Roman" panose="02020603050405020304" pitchFamily="18" charset="0"/>
              <a:cs typeface="Times New Roman" panose="02020603050405020304" pitchFamily="18" charset="0"/>
            </a:rPr>
            <a:t>specifically </a:t>
          </a:r>
          <a:r>
            <a:rPr lang="en-US" sz="1700" b="1" kern="1200" dirty="0" smtClean="0">
              <a:solidFill>
                <a:schemeClr val="tx1"/>
              </a:solidFill>
              <a:latin typeface="Times New Roman" panose="02020603050405020304" pitchFamily="18" charset="0"/>
              <a:cs typeface="Times New Roman" panose="02020603050405020304" pitchFamily="18" charset="0"/>
            </a:rPr>
            <a:t>on women. </a:t>
          </a:r>
          <a:r>
            <a:rPr lang="en-US" sz="1700" kern="1200" dirty="0" smtClean="0">
              <a:solidFill>
                <a:schemeClr val="tx1"/>
              </a:solidFill>
              <a:latin typeface="Times New Roman" panose="02020603050405020304" pitchFamily="18" charset="0"/>
              <a:cs typeface="Times New Roman" panose="02020603050405020304" pitchFamily="18" charset="0"/>
            </a:rPr>
            <a:t>Marxist feminists argue that class is not solely defined by socioeconomic status and that </a:t>
          </a:r>
          <a:r>
            <a:rPr lang="en-US" sz="1700" b="1" kern="1200" dirty="0" smtClean="0">
              <a:solidFill>
                <a:schemeClr val="tx1"/>
              </a:solidFill>
              <a:latin typeface="Times New Roman" panose="02020603050405020304" pitchFamily="18" charset="0"/>
              <a:cs typeface="Times New Roman" panose="02020603050405020304" pitchFamily="18" charset="0"/>
            </a:rPr>
            <a:t>women are an oppressed class</a:t>
          </a:r>
          <a:r>
            <a:rPr lang="en-US" sz="1700" kern="1200" dirty="0" smtClean="0">
              <a:solidFill>
                <a:schemeClr val="tx1"/>
              </a:solidFill>
              <a:latin typeface="Times New Roman" panose="02020603050405020304" pitchFamily="18" charset="0"/>
              <a:cs typeface="Times New Roman" panose="02020603050405020304" pitchFamily="18" charset="0"/>
            </a:rPr>
            <a:t>. </a:t>
          </a:r>
          <a:endParaRPr lang="en-US" sz="1700" kern="1200" dirty="0">
            <a:solidFill>
              <a:schemeClr val="tx1"/>
            </a:solidFill>
            <a:latin typeface="Times New Roman" panose="02020603050405020304" pitchFamily="18" charset="0"/>
            <a:cs typeface="Times New Roman" panose="02020603050405020304" pitchFamily="18" charset="0"/>
          </a:endParaRPr>
        </a:p>
      </dsp:txBody>
      <dsp:txXfrm>
        <a:off x="0" y="0"/>
        <a:ext cx="10285822" cy="830687"/>
      </dsp:txXfrm>
    </dsp:sp>
    <dsp:sp modelId="{0107626A-B85D-458E-8B67-7FAF5D623184}">
      <dsp:nvSpPr>
        <dsp:cNvPr id="0" name=""/>
        <dsp:cNvSpPr/>
      </dsp:nvSpPr>
      <dsp:spPr>
        <a:xfrm>
          <a:off x="0" y="830687"/>
          <a:ext cx="1028582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10627C-766F-44D2-BF84-260295783A45}">
      <dsp:nvSpPr>
        <dsp:cNvPr id="0" name=""/>
        <dsp:cNvSpPr/>
      </dsp:nvSpPr>
      <dsp:spPr>
        <a:xfrm>
          <a:off x="0" y="830687"/>
          <a:ext cx="10285822" cy="83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chemeClr val="tx1"/>
              </a:solidFill>
              <a:latin typeface="Times New Roman" panose="02020603050405020304" pitchFamily="18" charset="0"/>
              <a:cs typeface="Times New Roman" panose="02020603050405020304" pitchFamily="18" charset="0"/>
            </a:rPr>
            <a:t>This is because the </a:t>
          </a:r>
          <a:r>
            <a:rPr lang="en-US" sz="1700" b="1" kern="1200" dirty="0" smtClean="0">
              <a:solidFill>
                <a:schemeClr val="tx1"/>
              </a:solidFill>
              <a:latin typeface="Times New Roman" panose="02020603050405020304" pitchFamily="18" charset="0"/>
              <a:cs typeface="Times New Roman" panose="02020603050405020304" pitchFamily="18" charset="0"/>
            </a:rPr>
            <a:t>capitalist structure requires the exploitation of women to function. </a:t>
          </a:r>
          <a:r>
            <a:rPr lang="en-US" sz="1700" kern="1200" dirty="0" smtClean="0">
              <a:solidFill>
                <a:schemeClr val="tx1"/>
              </a:solidFill>
              <a:latin typeface="Times New Roman" panose="02020603050405020304" pitchFamily="18" charset="0"/>
              <a:cs typeface="Times New Roman" panose="02020603050405020304" pitchFamily="18" charset="0"/>
            </a:rPr>
            <a:t>As a result, </a:t>
          </a:r>
          <a:r>
            <a:rPr lang="en-US" sz="1700" b="1" kern="1200" dirty="0" smtClean="0">
              <a:solidFill>
                <a:schemeClr val="tx1"/>
              </a:solidFill>
              <a:latin typeface="Times New Roman" panose="02020603050405020304" pitchFamily="18" charset="0"/>
              <a:cs typeface="Times New Roman" panose="02020603050405020304" pitchFamily="18" charset="0"/>
            </a:rPr>
            <a:t>the capitalist structure is also patriarchal, and these two systems doubly oppress women</a:t>
          </a:r>
          <a:r>
            <a:rPr lang="en-US" sz="1700" kern="1200" dirty="0" smtClean="0">
              <a:solidFill>
                <a:schemeClr val="tx1"/>
              </a:solidFill>
              <a:latin typeface="Times New Roman" panose="02020603050405020304" pitchFamily="18" charset="0"/>
              <a:cs typeface="Times New Roman" panose="02020603050405020304" pitchFamily="18" charset="0"/>
            </a:rPr>
            <a:t>. Their three claims are:</a:t>
          </a:r>
          <a:endParaRPr lang="en-US" sz="1700" kern="1200" dirty="0">
            <a:solidFill>
              <a:schemeClr val="tx1"/>
            </a:solidFill>
            <a:latin typeface="Times New Roman" panose="02020603050405020304" pitchFamily="18" charset="0"/>
            <a:cs typeface="Times New Roman" panose="02020603050405020304" pitchFamily="18" charset="0"/>
          </a:endParaRPr>
        </a:p>
      </dsp:txBody>
      <dsp:txXfrm>
        <a:off x="0" y="830687"/>
        <a:ext cx="10285822" cy="83068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07CD62-F22C-484A-9653-491867D7E6E6}">
      <dsp:nvSpPr>
        <dsp:cNvPr id="0" name=""/>
        <dsp:cNvSpPr/>
      </dsp:nvSpPr>
      <dsp:spPr>
        <a:xfrm>
          <a:off x="0" y="7251"/>
          <a:ext cx="8128000" cy="655200"/>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solidFill>
              <a:latin typeface="Times New Roman" panose="02020603050405020304" pitchFamily="18" charset="0"/>
              <a:cs typeface="Times New Roman" panose="02020603050405020304" pitchFamily="18" charset="0"/>
            </a:rPr>
            <a:t>Marxist feminism in sociology</a:t>
          </a:r>
          <a:endParaRPr lang="en-US" sz="2800" b="1" kern="1200" dirty="0">
            <a:solidFill>
              <a:schemeClr val="bg1"/>
            </a:solidFill>
            <a:latin typeface="Times New Roman" panose="02020603050405020304" pitchFamily="18" charset="0"/>
            <a:cs typeface="Times New Roman" panose="02020603050405020304" pitchFamily="18" charset="0"/>
          </a:endParaRPr>
        </a:p>
      </dsp:txBody>
      <dsp:txXfrm>
        <a:off x="31984" y="39235"/>
        <a:ext cx="8064032" cy="59123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EEE06-CEF6-46D6-9263-4AB4916036CD}">
      <dsp:nvSpPr>
        <dsp:cNvPr id="0" name=""/>
        <dsp:cNvSpPr/>
      </dsp:nvSpPr>
      <dsp:spPr>
        <a:xfrm>
          <a:off x="0" y="338"/>
          <a:ext cx="6919168" cy="881407"/>
        </a:xfrm>
        <a:prstGeom prst="roundRect">
          <a:avLst/>
        </a:prstGeom>
        <a:solidFill>
          <a:srgbClr val="009999"/>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solidFill>
                <a:schemeClr val="bg1"/>
              </a:solidFill>
              <a:latin typeface="Times New Roman" panose="02020603050405020304" pitchFamily="18" charset="0"/>
              <a:cs typeface="Times New Roman" panose="02020603050405020304" pitchFamily="18" charset="0"/>
            </a:rPr>
            <a:t>Women raise children with capitalist beliefs and reproduce the labor force. Within these capitalist beliefs is the idea that </a:t>
          </a:r>
          <a:r>
            <a:rPr lang="en-US" sz="1700" b="1" kern="1200" dirty="0" smtClean="0">
              <a:solidFill>
                <a:schemeClr val="bg1"/>
              </a:solidFill>
              <a:latin typeface="Times New Roman" panose="02020603050405020304" pitchFamily="18" charset="0"/>
              <a:cs typeface="Times New Roman" panose="02020603050405020304" pitchFamily="18" charset="0"/>
            </a:rPr>
            <a:t>women are subordinate to men</a:t>
          </a:r>
          <a:r>
            <a:rPr lang="en-US" sz="1700" kern="1200" dirty="0" smtClean="0">
              <a:solidFill>
                <a:schemeClr val="bg1"/>
              </a:solidFill>
              <a:latin typeface="Times New Roman" panose="02020603050405020304" pitchFamily="18" charset="0"/>
              <a:cs typeface="Times New Roman" panose="02020603050405020304" pitchFamily="18" charset="0"/>
            </a:rPr>
            <a:t>.</a:t>
          </a:r>
          <a:endParaRPr lang="en-US" sz="1700" kern="1200" dirty="0">
            <a:solidFill>
              <a:schemeClr val="bg1"/>
            </a:solidFill>
          </a:endParaRPr>
        </a:p>
      </dsp:txBody>
      <dsp:txXfrm>
        <a:off x="43027" y="43365"/>
        <a:ext cx="6833114" cy="795353"/>
      </dsp:txXfrm>
    </dsp:sp>
    <dsp:sp modelId="{DDCCC4E9-F2D7-460A-AAAF-88BDD041B64E}">
      <dsp:nvSpPr>
        <dsp:cNvPr id="0" name=""/>
        <dsp:cNvSpPr/>
      </dsp:nvSpPr>
      <dsp:spPr>
        <a:xfrm>
          <a:off x="0" y="895654"/>
          <a:ext cx="6919168" cy="881407"/>
        </a:xfrm>
        <a:prstGeom prst="roundRect">
          <a:avLst/>
        </a:prstGeom>
        <a:solidFill>
          <a:srgbClr val="CCCC0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latin typeface="Times New Roman" panose="02020603050405020304" pitchFamily="18" charset="0"/>
              <a:cs typeface="Times New Roman" panose="02020603050405020304" pitchFamily="18" charset="0"/>
            </a:rPr>
            <a:t>In their roles as housewives, women also provide </a:t>
          </a:r>
          <a:r>
            <a:rPr lang="en-US" sz="1700" b="1" kern="1200" dirty="0" smtClean="0">
              <a:latin typeface="Times New Roman" panose="02020603050405020304" pitchFamily="18" charset="0"/>
              <a:cs typeface="Times New Roman" panose="02020603050405020304" pitchFamily="18" charset="0"/>
            </a:rPr>
            <a:t>free and invisible labor </a:t>
          </a:r>
          <a:r>
            <a:rPr lang="en-US" sz="1700" kern="1200" dirty="0" smtClean="0">
              <a:latin typeface="Times New Roman" panose="02020603050405020304" pitchFamily="18" charset="0"/>
              <a:cs typeface="Times New Roman" panose="02020603050405020304" pitchFamily="18" charset="0"/>
            </a:rPr>
            <a:t>and domestic service to support men, the current workers.</a:t>
          </a:r>
          <a:endParaRPr lang="en-US" sz="1700" kern="1200" dirty="0">
            <a:latin typeface="Times New Roman" panose="02020603050405020304" pitchFamily="18" charset="0"/>
            <a:cs typeface="Times New Roman" panose="02020603050405020304" pitchFamily="18" charset="0"/>
          </a:endParaRPr>
        </a:p>
      </dsp:txBody>
      <dsp:txXfrm>
        <a:off x="43027" y="938681"/>
        <a:ext cx="6833114" cy="795353"/>
      </dsp:txXfrm>
    </dsp:sp>
    <dsp:sp modelId="{5B293EA8-A9E0-4B9B-A083-96A137E22EA9}">
      <dsp:nvSpPr>
        <dsp:cNvPr id="0" name=""/>
        <dsp:cNvSpPr/>
      </dsp:nvSpPr>
      <dsp:spPr>
        <a:xfrm>
          <a:off x="0" y="1790969"/>
          <a:ext cx="6919168" cy="881407"/>
        </a:xfrm>
        <a:prstGeom prst="roundRect">
          <a:avLst/>
        </a:prstGeom>
        <a:solidFill>
          <a:srgbClr val="9999F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latin typeface="Times New Roman" panose="02020603050405020304" pitchFamily="18" charset="0"/>
              <a:cs typeface="Times New Roman" panose="02020603050405020304" pitchFamily="18" charset="0"/>
            </a:rPr>
            <a:t>Women are cheap 'reserve' workers for men, which enables flexible production for the upper class.</a:t>
          </a:r>
          <a:endParaRPr lang="en-US" sz="1700" kern="1200" dirty="0">
            <a:latin typeface="Times New Roman" panose="02020603050405020304" pitchFamily="18" charset="0"/>
            <a:cs typeface="Times New Roman" panose="02020603050405020304" pitchFamily="18" charset="0"/>
          </a:endParaRPr>
        </a:p>
      </dsp:txBody>
      <dsp:txXfrm>
        <a:off x="43027" y="1833996"/>
        <a:ext cx="6833114" cy="79535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D47F78-DC36-4697-984C-6A1A83B4BE21}">
      <dsp:nvSpPr>
        <dsp:cNvPr id="0" name=""/>
        <dsp:cNvSpPr/>
      </dsp:nvSpPr>
      <dsp:spPr>
        <a:xfrm>
          <a:off x="0" y="0"/>
          <a:ext cx="658127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74330A-ACAD-4F6E-A0F2-816A77D11507}">
      <dsp:nvSpPr>
        <dsp:cNvPr id="0" name=""/>
        <dsp:cNvSpPr/>
      </dsp:nvSpPr>
      <dsp:spPr>
        <a:xfrm>
          <a:off x="0" y="0"/>
          <a:ext cx="6581273" cy="1583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solidFill>
                <a:schemeClr val="tx1"/>
              </a:solidFill>
              <a:latin typeface="Times New Roman" panose="02020603050405020304" pitchFamily="18" charset="0"/>
              <a:cs typeface="Times New Roman" panose="02020603050405020304" pitchFamily="18" charset="0"/>
            </a:rPr>
            <a:t>Marxist feminism claims that during the exploitation of the working class, there is further exploitation of women within the family for their domestic labor. Therefore, social class is just as important a social division in society as gender.</a:t>
          </a:r>
          <a:endParaRPr lang="en-US" sz="2000" kern="1200" dirty="0"/>
        </a:p>
      </dsp:txBody>
      <dsp:txXfrm>
        <a:off x="0" y="0"/>
        <a:ext cx="6581273" cy="158357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838B2E-654B-440B-9817-9B732C221E3F}">
      <dsp:nvSpPr>
        <dsp:cNvPr id="0" name=""/>
        <dsp:cNvSpPr/>
      </dsp:nvSpPr>
      <dsp:spPr>
        <a:xfrm>
          <a:off x="0" y="2649"/>
          <a:ext cx="10779200" cy="673920"/>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bg1"/>
              </a:solidFill>
              <a:latin typeface="Times New Roman" panose="02020603050405020304" pitchFamily="18" charset="0"/>
              <a:cs typeface="Times New Roman" panose="02020603050405020304" pitchFamily="18" charset="0"/>
            </a:rPr>
            <a:t>Key aims of Marxist feminism</a:t>
          </a:r>
          <a:endParaRPr lang="en-US" sz="2000" kern="1200" dirty="0">
            <a:solidFill>
              <a:schemeClr val="bg1"/>
            </a:solidFill>
          </a:endParaRPr>
        </a:p>
      </dsp:txBody>
      <dsp:txXfrm>
        <a:off x="32898" y="35547"/>
        <a:ext cx="10713404" cy="608124"/>
      </dsp:txXfrm>
    </dsp:sp>
    <dsp:sp modelId="{926A0A3F-C4BC-4423-9F08-010E4FDCE2BA}">
      <dsp:nvSpPr>
        <dsp:cNvPr id="0" name=""/>
        <dsp:cNvSpPr/>
      </dsp:nvSpPr>
      <dsp:spPr>
        <a:xfrm>
          <a:off x="0" y="676569"/>
          <a:ext cx="10779200" cy="149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24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Overthrowing capitalism to end the oppressive social class division will end patriarchy. </a:t>
          </a:r>
          <a:r>
            <a:rPr lang="en-US" sz="2000" b="1" kern="1200" dirty="0" smtClean="0">
              <a:solidFill>
                <a:schemeClr val="tx1"/>
              </a:solidFill>
              <a:latin typeface="Times New Roman" panose="02020603050405020304" pitchFamily="18" charset="0"/>
              <a:cs typeface="Times New Roman" panose="02020603050405020304" pitchFamily="18" charset="0"/>
            </a:rPr>
            <a:t>Capitalism is the main source of women's oppression.</a:t>
          </a:r>
          <a:endParaRPr lang="en-US" sz="2000" b="1" kern="1200" dirty="0">
            <a:solidFill>
              <a:schemeClr val="tx1"/>
            </a:solidFill>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b="1" kern="1200" dirty="0" smtClean="0">
              <a:solidFill>
                <a:schemeClr val="tx1"/>
              </a:solidFill>
              <a:latin typeface="Times New Roman" panose="02020603050405020304" pitchFamily="18" charset="0"/>
              <a:cs typeface="Times New Roman" panose="02020603050405020304" pitchFamily="18" charset="0"/>
            </a:rPr>
            <a:t>Introducing communism </a:t>
          </a:r>
          <a:r>
            <a:rPr lang="en-US" sz="2000" kern="1200" dirty="0" smtClean="0">
              <a:solidFill>
                <a:schemeClr val="tx1"/>
              </a:solidFill>
              <a:latin typeface="Times New Roman" panose="02020603050405020304" pitchFamily="18" charset="0"/>
              <a:cs typeface="Times New Roman" panose="02020603050405020304" pitchFamily="18" charset="0"/>
            </a:rPr>
            <a:t>to achieve equality, of both social class and gender.</a:t>
          </a:r>
          <a:endParaRPr lang="en-US" sz="2000" kern="1200" dirty="0">
            <a:solidFill>
              <a:schemeClr val="tx1"/>
            </a:solidFill>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Some Marxists claim that if capitalism is not abolished, </a:t>
          </a:r>
          <a:r>
            <a:rPr lang="en-US" sz="2000" b="1" kern="1200" dirty="0" smtClean="0">
              <a:solidFill>
                <a:schemeClr val="tx1"/>
              </a:solidFill>
              <a:latin typeface="Times New Roman" panose="02020603050405020304" pitchFamily="18" charset="0"/>
              <a:cs typeface="Times New Roman" panose="02020603050405020304" pitchFamily="18" charset="0"/>
            </a:rPr>
            <a:t>housework and childcare should be paid work</a:t>
          </a:r>
          <a:r>
            <a:rPr lang="en-US" sz="2000" kern="1200" dirty="0" smtClean="0">
              <a:solidFill>
                <a:schemeClr val="tx1"/>
              </a:solidFill>
              <a:latin typeface="Times New Roman" panose="02020603050405020304" pitchFamily="18" charset="0"/>
              <a:cs typeface="Times New Roman" panose="02020603050405020304" pitchFamily="18" charset="0"/>
            </a:rPr>
            <a:t>, putting an economic value on women's contribution to capitalist society.</a:t>
          </a:r>
          <a:endParaRPr lang="en-US" sz="2000" kern="1200" dirty="0">
            <a:solidFill>
              <a:schemeClr val="tx1"/>
            </a:solidFill>
            <a:latin typeface="Times New Roman" panose="02020603050405020304" pitchFamily="18" charset="0"/>
            <a:cs typeface="Times New Roman" panose="02020603050405020304" pitchFamily="18" charset="0"/>
          </a:endParaRPr>
        </a:p>
      </dsp:txBody>
      <dsp:txXfrm>
        <a:off x="0" y="676569"/>
        <a:ext cx="10779200" cy="149040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1B6CCF-72CC-4F36-B3B9-4BCA1A083F88}">
      <dsp:nvSpPr>
        <dsp:cNvPr id="0" name=""/>
        <dsp:cNvSpPr/>
      </dsp:nvSpPr>
      <dsp:spPr>
        <a:xfrm>
          <a:off x="0" y="674"/>
          <a:ext cx="7812610" cy="725399"/>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b="1" kern="1200" dirty="0" smtClean="0">
              <a:solidFill>
                <a:schemeClr val="bg1"/>
              </a:solidFill>
              <a:latin typeface="Times New Roman" panose="02020603050405020304" pitchFamily="18" charset="0"/>
              <a:cs typeface="Times New Roman" panose="02020603050405020304" pitchFamily="18" charset="0"/>
            </a:rPr>
            <a:t>Radical feminism in sociology</a:t>
          </a:r>
          <a:endParaRPr lang="en-US" sz="3100" kern="1200" dirty="0">
            <a:solidFill>
              <a:schemeClr val="bg1"/>
            </a:solidFill>
            <a:latin typeface="Times New Roman" panose="02020603050405020304" pitchFamily="18" charset="0"/>
            <a:cs typeface="Times New Roman" panose="02020603050405020304" pitchFamily="18" charset="0"/>
          </a:endParaRPr>
        </a:p>
      </dsp:txBody>
      <dsp:txXfrm>
        <a:off x="35411" y="36085"/>
        <a:ext cx="7741788" cy="65457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3F0BB6-41B7-49EB-B161-95B8B7A683E1}">
      <dsp:nvSpPr>
        <dsp:cNvPr id="0" name=""/>
        <dsp:cNvSpPr/>
      </dsp:nvSpPr>
      <dsp:spPr>
        <a:xfrm>
          <a:off x="0" y="91"/>
          <a:ext cx="106250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98DD0B-E150-46F5-B21E-F0830F47DA79}">
      <dsp:nvSpPr>
        <dsp:cNvPr id="0" name=""/>
        <dsp:cNvSpPr/>
      </dsp:nvSpPr>
      <dsp:spPr>
        <a:xfrm>
          <a:off x="0" y="91"/>
          <a:ext cx="10625004" cy="1331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latin typeface="Times New Roman" panose="02020603050405020304" pitchFamily="18" charset="0"/>
              <a:cs typeface="Times New Roman" panose="02020603050405020304" pitchFamily="18" charset="0"/>
            </a:rPr>
            <a:t>Radical feminists see patriarchy as embedded into all aspects of society, including legal, political and social institutions. Therefore, any change within those institutions is unlikely to address the root cause of oppression, which is patriarchy. Due to this, </a:t>
          </a:r>
          <a:r>
            <a:rPr lang="en-US" sz="1800" b="1" kern="1200" dirty="0" smtClean="0">
              <a:solidFill>
                <a:schemeClr val="tx1"/>
              </a:solidFill>
              <a:latin typeface="Times New Roman" panose="02020603050405020304" pitchFamily="18" charset="0"/>
              <a:cs typeface="Times New Roman" panose="02020603050405020304" pitchFamily="18" charset="0"/>
            </a:rPr>
            <a:t>radical feminists seek to dismantle the entire system of patriarchy rather than make changes within the existing system through legal or social changes.</a:t>
          </a:r>
          <a:endParaRPr lang="en-US" sz="1800" b="1" kern="1200" dirty="0">
            <a:solidFill>
              <a:schemeClr val="tx1"/>
            </a:solidFill>
            <a:latin typeface="Times New Roman" panose="02020603050405020304" pitchFamily="18" charset="0"/>
            <a:cs typeface="Times New Roman" panose="02020603050405020304" pitchFamily="18" charset="0"/>
          </a:endParaRPr>
        </a:p>
      </dsp:txBody>
      <dsp:txXfrm>
        <a:off x="0" y="91"/>
        <a:ext cx="10625004" cy="1331882"/>
      </dsp:txXfrm>
    </dsp:sp>
    <dsp:sp modelId="{6BCE63BE-155E-45E2-B4BA-F247F2F04D7A}">
      <dsp:nvSpPr>
        <dsp:cNvPr id="0" name=""/>
        <dsp:cNvSpPr/>
      </dsp:nvSpPr>
      <dsp:spPr>
        <a:xfrm>
          <a:off x="0" y="1331974"/>
          <a:ext cx="106250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93C6E-CC53-4E87-93AA-EB3D99249D3B}">
      <dsp:nvSpPr>
        <dsp:cNvPr id="0" name=""/>
        <dsp:cNvSpPr/>
      </dsp:nvSpPr>
      <dsp:spPr>
        <a:xfrm>
          <a:off x="0" y="1331974"/>
          <a:ext cx="10614629" cy="1702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latin typeface="Times New Roman" panose="02020603050405020304" pitchFamily="18" charset="0"/>
              <a:cs typeface="Times New Roman" panose="02020603050405020304" pitchFamily="18" charset="0"/>
            </a:rPr>
            <a:t>Radical feminists </a:t>
          </a:r>
          <a:r>
            <a:rPr lang="en-US" sz="1800" b="1" kern="1200" dirty="0" smtClean="0">
              <a:solidFill>
                <a:schemeClr val="tx1"/>
              </a:solidFill>
              <a:latin typeface="Times New Roman" panose="02020603050405020304" pitchFamily="18" charset="0"/>
              <a:cs typeface="Times New Roman" panose="02020603050405020304" pitchFamily="18" charset="0"/>
            </a:rPr>
            <a:t>do not see the ability for women to do paid work as liberating. </a:t>
          </a:r>
          <a:r>
            <a:rPr lang="en-US" sz="1800" kern="1200" dirty="0" smtClean="0">
              <a:solidFill>
                <a:schemeClr val="tx1"/>
              </a:solidFill>
              <a:latin typeface="Times New Roman" panose="02020603050405020304" pitchFamily="18" charset="0"/>
              <a:cs typeface="Times New Roman" panose="02020603050405020304" pitchFamily="18" charset="0"/>
            </a:rPr>
            <a:t>They instead argue that women now carry out a dual burden of paid work and domestic work, which continues to be primarily carried out by women. </a:t>
          </a:r>
          <a:endParaRPr lang="en-US" sz="1800" b="1" kern="1200" dirty="0">
            <a:solidFill>
              <a:schemeClr val="tx1"/>
            </a:solidFill>
            <a:latin typeface="Times New Roman" panose="02020603050405020304" pitchFamily="18" charset="0"/>
            <a:cs typeface="Times New Roman" panose="02020603050405020304" pitchFamily="18" charset="0"/>
          </a:endParaRPr>
        </a:p>
      </dsp:txBody>
      <dsp:txXfrm>
        <a:off x="0" y="1331974"/>
        <a:ext cx="10614629" cy="1702079"/>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27F32-836F-42A4-B38F-C5E19AB7DEFF}">
      <dsp:nvSpPr>
        <dsp:cNvPr id="0" name=""/>
        <dsp:cNvSpPr/>
      </dsp:nvSpPr>
      <dsp:spPr>
        <a:xfrm>
          <a:off x="0" y="0"/>
          <a:ext cx="670005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3954F9-1F35-4113-9DF8-7A4457CAA6A1}">
      <dsp:nvSpPr>
        <dsp:cNvPr id="0" name=""/>
        <dsp:cNvSpPr/>
      </dsp:nvSpPr>
      <dsp:spPr>
        <a:xfrm>
          <a:off x="0" y="0"/>
          <a:ext cx="6700059" cy="1562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latin typeface="Times New Roman" panose="02020603050405020304" pitchFamily="18" charset="0"/>
              <a:cs typeface="Times New Roman" panose="02020603050405020304" pitchFamily="18" charset="0"/>
            </a:rPr>
            <a:t>Radical feminism is a theory that </a:t>
          </a:r>
          <a:r>
            <a:rPr lang="en-US" sz="1800" b="1" kern="1200" dirty="0" smtClean="0">
              <a:solidFill>
                <a:schemeClr val="tx1"/>
              </a:solidFill>
              <a:latin typeface="Times New Roman" panose="02020603050405020304" pitchFamily="18" charset="0"/>
              <a:cs typeface="Times New Roman" panose="02020603050405020304" pitchFamily="18" charset="0"/>
            </a:rPr>
            <a:t>blames women's oppression and exploitation on men.</a:t>
          </a:r>
          <a:r>
            <a:rPr lang="en-US" sz="1800" kern="1200" dirty="0" smtClean="0">
              <a:solidFill>
                <a:schemeClr val="tx1"/>
              </a:solidFill>
              <a:latin typeface="Times New Roman" panose="02020603050405020304" pitchFamily="18" charset="0"/>
              <a:cs typeface="Times New Roman" panose="02020603050405020304" pitchFamily="18" charset="0"/>
            </a:rPr>
            <a:t> Society has been built by and dominated by men to oppress women and exploit them because of their biological functions. Patriarchy characterizes the whole of society, and the only way to remove it is by restructuring society.</a:t>
          </a:r>
          <a:endParaRPr lang="en-US" sz="1800" kern="1200" dirty="0"/>
        </a:p>
      </dsp:txBody>
      <dsp:txXfrm>
        <a:off x="0" y="0"/>
        <a:ext cx="6700059" cy="156279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F68E4-DE23-469B-A777-BC01512F27F2}">
      <dsp:nvSpPr>
        <dsp:cNvPr id="0" name=""/>
        <dsp:cNvSpPr/>
      </dsp:nvSpPr>
      <dsp:spPr>
        <a:xfrm>
          <a:off x="0" y="144"/>
          <a:ext cx="6538420" cy="463886"/>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bg1"/>
              </a:solidFill>
              <a:latin typeface="Times New Roman" panose="02020603050405020304" pitchFamily="18" charset="0"/>
              <a:cs typeface="Times New Roman" panose="02020603050405020304" pitchFamily="18" charset="0"/>
            </a:rPr>
            <a:t>Key aims of radical feminism</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22645" y="22789"/>
        <a:ext cx="6493130" cy="418596"/>
      </dsp:txXfrm>
    </dsp:sp>
    <dsp:sp modelId="{4F04F3BD-049F-490F-A319-39D806E1D601}">
      <dsp:nvSpPr>
        <dsp:cNvPr id="0" name=""/>
        <dsp:cNvSpPr/>
      </dsp:nvSpPr>
      <dsp:spPr>
        <a:xfrm>
          <a:off x="0" y="464030"/>
          <a:ext cx="6538420" cy="1551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595"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Dismantling the system which will remove the root cause of oppression; patriarchy.</a:t>
          </a:r>
          <a:endParaRPr lang="en-US" sz="2000" kern="1200" dirty="0">
            <a:solidFill>
              <a:schemeClr val="tx1"/>
            </a:solidFill>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Proposing alternative family structures to the traditional nuclear family structure, which is oppressive to women.</a:t>
          </a:r>
          <a:endParaRPr lang="en-US" sz="2000" kern="1200" dirty="0">
            <a:solidFill>
              <a:schemeClr val="tx1"/>
            </a:solidFill>
            <a:latin typeface="Times New Roman" panose="02020603050405020304" pitchFamily="18" charset="0"/>
            <a:cs typeface="Times New Roman" panose="02020603050405020304" pitchFamily="18" charset="0"/>
          </a:endParaRPr>
        </a:p>
      </dsp:txBody>
      <dsp:txXfrm>
        <a:off x="0" y="464030"/>
        <a:ext cx="6538420" cy="1551661"/>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FEDDEF-3A98-4EB3-B72D-F64A7EDEF7D0}">
      <dsp:nvSpPr>
        <dsp:cNvPr id="0" name=""/>
        <dsp:cNvSpPr/>
      </dsp:nvSpPr>
      <dsp:spPr>
        <a:xfrm>
          <a:off x="0" y="0"/>
          <a:ext cx="1020848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CD3FBC-8BEA-45B2-A971-F315DC9DD9FC}">
      <dsp:nvSpPr>
        <dsp:cNvPr id="0" name=""/>
        <dsp:cNvSpPr/>
      </dsp:nvSpPr>
      <dsp:spPr>
        <a:xfrm>
          <a:off x="0" y="0"/>
          <a:ext cx="10208489" cy="100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solidFill>
                <a:schemeClr val="tx1"/>
              </a:solidFill>
              <a:latin typeface="Times New Roman" panose="02020603050405020304" pitchFamily="18" charset="0"/>
              <a:cs typeface="Times New Roman" panose="02020603050405020304" pitchFamily="18" charset="0"/>
            </a:rPr>
            <a:t>In this way, men benefit from women's unpaid labor. In addition, some argue that since there are expectations on women to be nurturing and caring, they also carry out a 'triple shift'; paid work, domestic work, and emotional labor for caring for their husbands and children.</a:t>
          </a:r>
          <a:endParaRPr lang="en-US" sz="2000" kern="1200" dirty="0"/>
        </a:p>
      </dsp:txBody>
      <dsp:txXfrm>
        <a:off x="0" y="0"/>
        <a:ext cx="10208489" cy="1001683"/>
      </dsp:txXfrm>
    </dsp:sp>
    <dsp:sp modelId="{619DE47B-1E57-42D7-958D-ACD7B82446A6}">
      <dsp:nvSpPr>
        <dsp:cNvPr id="0" name=""/>
        <dsp:cNvSpPr/>
      </dsp:nvSpPr>
      <dsp:spPr>
        <a:xfrm>
          <a:off x="0" y="1001683"/>
          <a:ext cx="1020848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F710DB-B021-4EFB-9E41-6C88F3326810}">
      <dsp:nvSpPr>
        <dsp:cNvPr id="0" name=""/>
        <dsp:cNvSpPr/>
      </dsp:nvSpPr>
      <dsp:spPr>
        <a:xfrm>
          <a:off x="0" y="1001683"/>
          <a:ext cx="10208489" cy="100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solidFill>
                <a:schemeClr val="tx1"/>
              </a:solidFill>
              <a:latin typeface="Times New Roman" panose="02020603050405020304" pitchFamily="18" charset="0"/>
              <a:cs typeface="Times New Roman" panose="02020603050405020304" pitchFamily="18" charset="0"/>
            </a:rPr>
            <a:t>According to radical feminists, men also maintain their power over women through domestic violence, sexual violence, and pornography.</a:t>
          </a:r>
          <a:endParaRPr lang="en-US" sz="2000" kern="1200" dirty="0">
            <a:solidFill>
              <a:schemeClr val="tx1"/>
            </a:solidFill>
            <a:latin typeface="Times New Roman" panose="02020603050405020304" pitchFamily="18" charset="0"/>
            <a:cs typeface="Times New Roman" panose="02020603050405020304" pitchFamily="18" charset="0"/>
          </a:endParaRPr>
        </a:p>
      </dsp:txBody>
      <dsp:txXfrm>
        <a:off x="0" y="1001683"/>
        <a:ext cx="10208489" cy="100168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7FAE-F211-4E48-B41A-C64AB13534CD}">
      <dsp:nvSpPr>
        <dsp:cNvPr id="0" name=""/>
        <dsp:cNvSpPr/>
      </dsp:nvSpPr>
      <dsp:spPr>
        <a:xfrm>
          <a:off x="0" y="353"/>
          <a:ext cx="1034443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BA29AA-3958-44E6-B259-AD60D363FC1A}">
      <dsp:nvSpPr>
        <dsp:cNvPr id="0" name=""/>
        <dsp:cNvSpPr/>
      </dsp:nvSpPr>
      <dsp:spPr>
        <a:xfrm>
          <a:off x="0" y="353"/>
          <a:ext cx="10344435" cy="722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dirty="0" smtClean="0">
              <a:solidFill>
                <a:schemeClr val="tx1"/>
              </a:solidFill>
              <a:latin typeface="Times New Roman" panose="02020603050405020304" pitchFamily="18" charset="0"/>
              <a:cs typeface="Times New Roman" panose="02020603050405020304" pitchFamily="18" charset="0"/>
            </a:rPr>
            <a:t>Postmodernist feminism</a:t>
          </a:r>
          <a:r>
            <a:rPr lang="en-US" sz="2200" kern="1200" dirty="0" smtClean="0">
              <a:solidFill>
                <a:schemeClr val="tx1"/>
              </a:solidFill>
              <a:latin typeface="Times New Roman" panose="02020603050405020304" pitchFamily="18" charset="0"/>
              <a:cs typeface="Times New Roman" panose="02020603050405020304" pitchFamily="18" charset="0"/>
            </a:rPr>
            <a:t> in sociology is a theory that differs in many ways from the three main modernist branches of feminism. </a:t>
          </a:r>
          <a:endParaRPr lang="en-US" sz="2200" b="0" i="0" kern="1200" dirty="0">
            <a:solidFill>
              <a:schemeClr val="tx1"/>
            </a:solidFill>
            <a:effectLst/>
            <a:latin typeface="Times New Roman" panose="02020603050405020304" pitchFamily="18" charset="0"/>
            <a:cs typeface="Times New Roman" panose="02020603050405020304" pitchFamily="18" charset="0"/>
          </a:endParaRPr>
        </a:p>
      </dsp:txBody>
      <dsp:txXfrm>
        <a:off x="0" y="353"/>
        <a:ext cx="10344435" cy="72250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0D6BC8-67A3-43BB-8F4C-98D9AFC8BBC9}">
      <dsp:nvSpPr>
        <dsp:cNvPr id="0" name=""/>
        <dsp:cNvSpPr/>
      </dsp:nvSpPr>
      <dsp:spPr>
        <a:xfrm>
          <a:off x="0" y="7721"/>
          <a:ext cx="8128000" cy="623610"/>
        </a:xfrm>
        <a:prstGeom prst="roundRect">
          <a:avLst/>
        </a:prstGeom>
        <a:solidFill>
          <a:srgbClr val="BC104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b="1" kern="1200" dirty="0" smtClean="0">
              <a:solidFill>
                <a:schemeClr val="bg1"/>
              </a:solidFill>
              <a:latin typeface="Times New Roman" panose="02020603050405020304" pitchFamily="18" charset="0"/>
              <a:cs typeface="Times New Roman" panose="02020603050405020304" pitchFamily="18" charset="0"/>
            </a:rPr>
            <a:t>Postmodernist feminism in sociology</a:t>
          </a:r>
          <a:endParaRPr lang="en-US" sz="2600" kern="1200" dirty="0">
            <a:solidFill>
              <a:schemeClr val="bg1"/>
            </a:solidFill>
          </a:endParaRPr>
        </a:p>
      </dsp:txBody>
      <dsp:txXfrm>
        <a:off x="30442" y="38163"/>
        <a:ext cx="8067116" cy="562726"/>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E6F611-02CE-4D47-ACA9-1688056B652C}">
      <dsp:nvSpPr>
        <dsp:cNvPr id="0" name=""/>
        <dsp:cNvSpPr/>
      </dsp:nvSpPr>
      <dsp:spPr>
        <a:xfrm>
          <a:off x="0" y="0"/>
          <a:ext cx="102729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2A6CCB-E219-4B9F-B772-1DBE982CFAE7}">
      <dsp:nvSpPr>
        <dsp:cNvPr id="0" name=""/>
        <dsp:cNvSpPr/>
      </dsp:nvSpPr>
      <dsp:spPr>
        <a:xfrm>
          <a:off x="0" y="0"/>
          <a:ext cx="10272990" cy="1072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kern="1200" dirty="0" smtClean="0">
              <a:solidFill>
                <a:schemeClr val="tx1"/>
              </a:solidFill>
              <a:latin typeface="Times New Roman" panose="02020603050405020304" pitchFamily="18" charset="0"/>
              <a:cs typeface="Times New Roman" panose="02020603050405020304" pitchFamily="18" charset="0"/>
            </a:rPr>
            <a:t>Some believe that whilst patriarchy was a key characteristic of modernity, the postmodern era brings more choice in shaping gender identity, where individuals can 'pick and mix' from different characteristics.</a:t>
          </a:r>
          <a:endParaRPr lang="en-US" sz="2200" kern="1200" dirty="0"/>
        </a:p>
      </dsp:txBody>
      <dsp:txXfrm>
        <a:off x="0" y="0"/>
        <a:ext cx="10272990" cy="1072341"/>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BA67D-377D-4881-AF2D-2C4D246695C7}">
      <dsp:nvSpPr>
        <dsp:cNvPr id="0" name=""/>
        <dsp:cNvSpPr/>
      </dsp:nvSpPr>
      <dsp:spPr>
        <a:xfrm>
          <a:off x="0" y="0"/>
          <a:ext cx="613109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D0307A-69E0-4701-930B-24FFBC828417}">
      <dsp:nvSpPr>
        <dsp:cNvPr id="0" name=""/>
        <dsp:cNvSpPr/>
      </dsp:nvSpPr>
      <dsp:spPr>
        <a:xfrm>
          <a:off x="0" y="0"/>
          <a:ext cx="6131098" cy="1729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kern="1200" dirty="0" smtClean="0">
              <a:solidFill>
                <a:schemeClr val="tx1"/>
              </a:solidFill>
              <a:latin typeface="Times New Roman" panose="02020603050405020304" pitchFamily="18" charset="0"/>
              <a:cs typeface="Times New Roman" panose="02020603050405020304" pitchFamily="18" charset="0"/>
            </a:rPr>
            <a:t>Postmodernism generally challenges modernist approaches and narratives. In feminism, the postmodernist seeks to soften the emphasis on gender differences between men and women and focuses on the vast differences within each gender. </a:t>
          </a:r>
          <a:endParaRPr lang="en-US" sz="2200" kern="1200" dirty="0"/>
        </a:p>
      </dsp:txBody>
      <dsp:txXfrm>
        <a:off x="0" y="0"/>
        <a:ext cx="6131098" cy="1729047"/>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E5940-9CC4-473C-94A0-813A97EF4837}">
      <dsp:nvSpPr>
        <dsp:cNvPr id="0" name=""/>
        <dsp:cNvSpPr/>
      </dsp:nvSpPr>
      <dsp:spPr>
        <a:xfrm>
          <a:off x="0" y="54264"/>
          <a:ext cx="10293082" cy="579149"/>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kern="1200" dirty="0" smtClean="0">
              <a:latin typeface="Times New Roman" panose="02020603050405020304" pitchFamily="18" charset="0"/>
              <a:cs typeface="Times New Roman" panose="02020603050405020304" pitchFamily="18" charset="0"/>
            </a:rPr>
            <a:t>Liberal feminism </a:t>
          </a:r>
          <a:r>
            <a:rPr lang="en-US" sz="1500" kern="1200" dirty="0" smtClean="0">
              <a:latin typeface="Times New Roman" panose="02020603050405020304" pitchFamily="18" charset="0"/>
              <a:cs typeface="Times New Roman" panose="02020603050405020304" pitchFamily="18" charset="0"/>
            </a:rPr>
            <a:t>seeks to change women's position gradually through </a:t>
          </a:r>
          <a:r>
            <a:rPr lang="en-US" sz="1500" b="1" kern="1200" dirty="0" smtClean="0">
              <a:latin typeface="Times New Roman" panose="02020603050405020304" pitchFamily="18" charset="0"/>
              <a:cs typeface="Times New Roman" panose="02020603050405020304" pitchFamily="18" charset="0"/>
            </a:rPr>
            <a:t>legal and social campaigning. </a:t>
          </a:r>
          <a:r>
            <a:rPr lang="en-US" sz="1500" kern="1200" dirty="0" smtClean="0">
              <a:latin typeface="Times New Roman" panose="02020603050405020304" pitchFamily="18" charset="0"/>
              <a:cs typeface="Times New Roman" panose="02020603050405020304" pitchFamily="18" charset="0"/>
            </a:rPr>
            <a:t>It seeks to address fundamental legal inequalities such as equal pay and equal access to education and work.</a:t>
          </a:r>
          <a:endParaRPr lang="en-US" sz="1500" kern="1200" dirty="0">
            <a:latin typeface="Times New Roman" panose="02020603050405020304" pitchFamily="18" charset="0"/>
            <a:cs typeface="Times New Roman" panose="02020603050405020304" pitchFamily="18" charset="0"/>
          </a:endParaRPr>
        </a:p>
      </dsp:txBody>
      <dsp:txXfrm>
        <a:off x="28272" y="82536"/>
        <a:ext cx="10236538" cy="522605"/>
      </dsp:txXfrm>
    </dsp:sp>
    <dsp:sp modelId="{87D642AC-8683-4F34-8D59-014DB9FB2467}">
      <dsp:nvSpPr>
        <dsp:cNvPr id="0" name=""/>
        <dsp:cNvSpPr/>
      </dsp:nvSpPr>
      <dsp:spPr>
        <a:xfrm>
          <a:off x="0" y="676614"/>
          <a:ext cx="10293082" cy="579149"/>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kern="1200" smtClean="0">
              <a:latin typeface="Times New Roman" panose="02020603050405020304" pitchFamily="18" charset="0"/>
              <a:cs typeface="Times New Roman" panose="02020603050405020304" pitchFamily="18" charset="0"/>
            </a:rPr>
            <a:t>Marxist feminism </a:t>
          </a:r>
          <a:r>
            <a:rPr lang="en-US" sz="1500" kern="1200" smtClean="0">
              <a:latin typeface="Times New Roman" panose="02020603050405020304" pitchFamily="18" charset="0"/>
              <a:cs typeface="Times New Roman" panose="02020603050405020304" pitchFamily="18" charset="0"/>
            </a:rPr>
            <a:t>is concerned with the </a:t>
          </a:r>
          <a:r>
            <a:rPr lang="en-US" sz="1500" b="1" kern="1200" smtClean="0">
              <a:latin typeface="Times New Roman" panose="02020603050405020304" pitchFamily="18" charset="0"/>
              <a:cs typeface="Times New Roman" panose="02020603050405020304" pitchFamily="18" charset="0"/>
            </a:rPr>
            <a:t>combined oppression of capitalism and patriarchy </a:t>
          </a:r>
          <a:r>
            <a:rPr lang="en-US" sz="1500" kern="1200" smtClean="0">
              <a:latin typeface="Times New Roman" panose="02020603050405020304" pitchFamily="18" charset="0"/>
              <a:cs typeface="Times New Roman" panose="02020603050405020304" pitchFamily="18" charset="0"/>
            </a:rPr>
            <a:t>on women. It claims capitalist structures require the exploitation of women, so capitalism is the root cause of patriarchy. </a:t>
          </a:r>
          <a:endParaRPr lang="en-US" sz="1500" kern="1200" dirty="0">
            <a:latin typeface="Times New Roman" panose="02020603050405020304" pitchFamily="18" charset="0"/>
            <a:cs typeface="Times New Roman" panose="02020603050405020304" pitchFamily="18" charset="0"/>
          </a:endParaRPr>
        </a:p>
      </dsp:txBody>
      <dsp:txXfrm>
        <a:off x="28272" y="704886"/>
        <a:ext cx="10236538" cy="522605"/>
      </dsp:txXfrm>
    </dsp:sp>
    <dsp:sp modelId="{1B78E55E-7208-4BD6-B05D-0CAC56146ED5}">
      <dsp:nvSpPr>
        <dsp:cNvPr id="0" name=""/>
        <dsp:cNvSpPr/>
      </dsp:nvSpPr>
      <dsp:spPr>
        <a:xfrm>
          <a:off x="0" y="1298964"/>
          <a:ext cx="10293082" cy="579149"/>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kern="1200" smtClean="0">
              <a:latin typeface="Times New Roman" panose="02020603050405020304" pitchFamily="18" charset="0"/>
              <a:cs typeface="Times New Roman" panose="02020603050405020304" pitchFamily="18" charset="0"/>
            </a:rPr>
            <a:t>Radical feminism </a:t>
          </a:r>
          <a:r>
            <a:rPr lang="en-US" sz="1500" kern="1200" smtClean="0">
              <a:latin typeface="Times New Roman" panose="02020603050405020304" pitchFamily="18" charset="0"/>
              <a:cs typeface="Times New Roman" panose="02020603050405020304" pitchFamily="18" charset="0"/>
            </a:rPr>
            <a:t>seeks to restructure society as it is the only way to </a:t>
          </a:r>
          <a:r>
            <a:rPr lang="en-US" sz="1500" b="1" kern="1200" smtClean="0">
              <a:latin typeface="Times New Roman" panose="02020603050405020304" pitchFamily="18" charset="0"/>
              <a:cs typeface="Times New Roman" panose="02020603050405020304" pitchFamily="18" charset="0"/>
            </a:rPr>
            <a:t>remove patriarchy entirely</a:t>
          </a:r>
          <a:r>
            <a:rPr lang="en-US" sz="1500" kern="1200" smtClean="0">
              <a:latin typeface="Times New Roman" panose="02020603050405020304" pitchFamily="18" charset="0"/>
              <a:cs typeface="Times New Roman" panose="02020603050405020304" pitchFamily="18" charset="0"/>
            </a:rPr>
            <a:t>. Women's ability to carry out paid work has resulted in a 'triple shift' of paid work, domestic work, and emotional labour.</a:t>
          </a:r>
          <a:endParaRPr lang="en-US" sz="1500" kern="1200" dirty="0">
            <a:latin typeface="Times New Roman" panose="02020603050405020304" pitchFamily="18" charset="0"/>
            <a:cs typeface="Times New Roman" panose="02020603050405020304" pitchFamily="18" charset="0"/>
          </a:endParaRPr>
        </a:p>
      </dsp:txBody>
      <dsp:txXfrm>
        <a:off x="28272" y="1327236"/>
        <a:ext cx="10236538" cy="522605"/>
      </dsp:txXfrm>
    </dsp:sp>
    <dsp:sp modelId="{DD05C211-9B9E-4C51-91DF-B054599C74A4}">
      <dsp:nvSpPr>
        <dsp:cNvPr id="0" name=""/>
        <dsp:cNvSpPr/>
      </dsp:nvSpPr>
      <dsp:spPr>
        <a:xfrm>
          <a:off x="0" y="1921314"/>
          <a:ext cx="10293082" cy="579149"/>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kern="1200" smtClean="0">
              <a:latin typeface="Times New Roman" panose="02020603050405020304" pitchFamily="18" charset="0"/>
              <a:cs typeface="Times New Roman" panose="02020603050405020304" pitchFamily="18" charset="0"/>
            </a:rPr>
            <a:t>Postmodernist feminism </a:t>
          </a:r>
          <a:r>
            <a:rPr lang="en-US" sz="1500" kern="1200" smtClean="0">
              <a:latin typeface="Times New Roman" panose="02020603050405020304" pitchFamily="18" charset="0"/>
              <a:cs typeface="Times New Roman" panose="02020603050405020304" pitchFamily="18" charset="0"/>
            </a:rPr>
            <a:t>approaches feminism in an intersectional manner. This means studying the impact of other factors contributing to the oppression of women, such as race, social class, and sexuality. This is also called intersectional feminism.</a:t>
          </a:r>
          <a:endParaRPr lang="en-US" sz="1500" b="0" i="0" kern="1200" dirty="0">
            <a:effectLst/>
            <a:latin typeface="Times New Roman" panose="02020603050405020304" pitchFamily="18" charset="0"/>
            <a:cs typeface="Times New Roman" panose="02020603050405020304" pitchFamily="18" charset="0"/>
          </a:endParaRPr>
        </a:p>
      </dsp:txBody>
      <dsp:txXfrm>
        <a:off x="28272" y="1949586"/>
        <a:ext cx="10236538" cy="522605"/>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F3E98-4BAF-4504-8B79-8EE6557591D3}">
      <dsp:nvSpPr>
        <dsp:cNvPr id="0" name=""/>
        <dsp:cNvSpPr/>
      </dsp:nvSpPr>
      <dsp:spPr>
        <a:xfrm>
          <a:off x="0" y="8934"/>
          <a:ext cx="8128000" cy="743535"/>
        </a:xfrm>
        <a:prstGeom prst="roundRect">
          <a:avLst/>
        </a:prstGeom>
        <a:solidFill>
          <a:srgbClr val="BC1041"/>
        </a:solidFill>
        <a:ln w="12700" cap="flat" cmpd="sng" algn="ctr">
          <a:solidFill>
            <a:srgbClr val="BC104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b="1" kern="1200" dirty="0" smtClean="0">
              <a:solidFill>
                <a:schemeClr val="bg1"/>
              </a:solidFill>
              <a:latin typeface="Times New Roman" panose="02020603050405020304" pitchFamily="18" charset="0"/>
              <a:cs typeface="Times New Roman" panose="02020603050405020304" pitchFamily="18" charset="0"/>
            </a:rPr>
            <a:t>Feminism - Key takeaways</a:t>
          </a:r>
          <a:endParaRPr lang="en-US" sz="3100" kern="1200" dirty="0">
            <a:solidFill>
              <a:schemeClr val="bg1"/>
            </a:solidFill>
          </a:endParaRPr>
        </a:p>
      </dsp:txBody>
      <dsp:txXfrm>
        <a:off x="36296" y="45230"/>
        <a:ext cx="8055408" cy="670943"/>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9565D-2048-4461-82B6-32F928049A25}">
      <dsp:nvSpPr>
        <dsp:cNvPr id="0" name=""/>
        <dsp:cNvSpPr/>
      </dsp:nvSpPr>
      <dsp:spPr>
        <a:xfrm>
          <a:off x="0" y="0"/>
          <a:ext cx="73281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F8C793-FE1A-4252-ABE6-50BDE5F49CB6}">
      <dsp:nvSpPr>
        <dsp:cNvPr id="0" name=""/>
        <dsp:cNvSpPr/>
      </dsp:nvSpPr>
      <dsp:spPr>
        <a:xfrm>
          <a:off x="0" y="0"/>
          <a:ext cx="7328130" cy="832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chemeClr val="tx1"/>
              </a:solidFill>
              <a:latin typeface="Times New Roman" panose="02020603050405020304" pitchFamily="18" charset="0"/>
              <a:cs typeface="Times New Roman" panose="02020603050405020304" pitchFamily="18" charset="0"/>
            </a:rPr>
            <a:t>Feminism in sociology is a key conflict theory that believes society is based on inequalities between men and women. </a:t>
          </a:r>
          <a:endParaRPr lang="en-US" sz="1700" kern="1200" dirty="0"/>
        </a:p>
      </dsp:txBody>
      <dsp:txXfrm>
        <a:off x="0" y="0"/>
        <a:ext cx="7328130" cy="832055"/>
      </dsp:txXfrm>
    </dsp:sp>
    <dsp:sp modelId="{5F37915A-CF8E-4F35-8F8D-097DAB66B978}">
      <dsp:nvSpPr>
        <dsp:cNvPr id="0" name=""/>
        <dsp:cNvSpPr/>
      </dsp:nvSpPr>
      <dsp:spPr>
        <a:xfrm>
          <a:off x="0" y="832055"/>
          <a:ext cx="73281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D002F2-D43D-4C0A-9430-C3A8B5D0725B}">
      <dsp:nvSpPr>
        <dsp:cNvPr id="0" name=""/>
        <dsp:cNvSpPr/>
      </dsp:nvSpPr>
      <dsp:spPr>
        <a:xfrm>
          <a:off x="0" y="832055"/>
          <a:ext cx="7328130" cy="832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chemeClr val="tx1"/>
              </a:solidFill>
              <a:latin typeface="Times New Roman" panose="02020603050405020304" pitchFamily="18" charset="0"/>
              <a:cs typeface="Times New Roman" panose="02020603050405020304" pitchFamily="18" charset="0"/>
            </a:rPr>
            <a:t>Society is patriarchal, built by and for men at the expense of women. There are several branches of feminism, all offering different perspectives and solutions to gender inequality.</a:t>
          </a:r>
          <a:endParaRPr lang="en-US" sz="1700" kern="1200" dirty="0"/>
        </a:p>
      </dsp:txBody>
      <dsp:txXfrm>
        <a:off x="0" y="832055"/>
        <a:ext cx="7328130" cy="83205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476861-B67E-42ED-AE38-300E0E6E9A94}" type="datetimeFigureOut">
              <a:rPr lang="en-US" smtClean="0"/>
              <a:t>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16AEE-AD6B-44BD-9119-2EB558599179}" type="slidenum">
              <a:rPr lang="en-US" smtClean="0"/>
              <a:t>‹#›</a:t>
            </a:fld>
            <a:endParaRPr lang="en-US"/>
          </a:p>
        </p:txBody>
      </p:sp>
    </p:spTree>
    <p:extLst>
      <p:ext uri="{BB962C8B-B14F-4D97-AF65-F5344CB8AC3E}">
        <p14:creationId xmlns:p14="http://schemas.microsoft.com/office/powerpoint/2010/main" val="719528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153F5D1-7F65-4436-8392-0D680D48E15F}" type="datetimeFigureOut">
              <a:rPr lang="en-US" smtClean="0"/>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3909808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53F5D1-7F65-4436-8392-0D680D48E15F}" type="datetimeFigureOut">
              <a:rPr lang="en-US" smtClean="0"/>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517715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53F5D1-7F65-4436-8392-0D680D48E15F}" type="datetimeFigureOut">
              <a:rPr lang="en-US" smtClean="0"/>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940110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153F5D1-7F65-4436-8392-0D680D48E15F}" type="datetimeFigureOut">
              <a:rPr lang="en-US" smtClean="0"/>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66364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153F5D1-7F65-4436-8392-0D680D48E15F}" type="datetimeFigureOut">
              <a:rPr lang="en-US" smtClean="0"/>
              <a:t>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3996726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153F5D1-7F65-4436-8392-0D680D48E15F}" type="datetimeFigureOut">
              <a:rPr lang="en-US" smtClean="0"/>
              <a:t>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2281517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3F5D1-7F65-4436-8392-0D680D48E15F}" type="datetimeFigureOut">
              <a:rPr lang="en-US" smtClean="0"/>
              <a:t>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346252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53F5D1-7F65-4436-8392-0D680D48E15F}" type="datetimeFigureOut">
              <a:rPr lang="en-US" smtClean="0"/>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248039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53F5D1-7F65-4436-8392-0D680D48E15F}" type="datetimeFigureOut">
              <a:rPr lang="en-US" smtClean="0"/>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348213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53F5D1-7F65-4436-8392-0D680D48E15F}" type="datetimeFigureOut">
              <a:rPr lang="en-US" smtClean="0"/>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2465643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53F5D1-7F65-4436-8392-0D680D48E15F}" type="datetimeFigureOut">
              <a:rPr lang="en-US" smtClean="0"/>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1A21ED-71EF-4A03-8C7A-3E47C6E4FF49}" type="slidenum">
              <a:rPr lang="en-US" smtClean="0"/>
              <a:t>‹#›</a:t>
            </a:fld>
            <a:endParaRPr lang="en-US"/>
          </a:p>
        </p:txBody>
      </p:sp>
    </p:spTree>
    <p:extLst>
      <p:ext uri="{BB962C8B-B14F-4D97-AF65-F5344CB8AC3E}">
        <p14:creationId xmlns:p14="http://schemas.microsoft.com/office/powerpoint/2010/main" val="3790451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53F5D1-7F65-4436-8392-0D680D48E15F}" type="datetimeFigureOut">
              <a:rPr lang="en-US" smtClean="0"/>
              <a:t>2/16/2024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1A21ED-71EF-4A03-8C7A-3E47C6E4FF49}" type="slidenum">
              <a:rPr lang="en-US" smtClean="0"/>
              <a:t>‹#›</a:t>
            </a:fld>
            <a:endParaRPr lang="en-US"/>
          </a:p>
        </p:txBody>
      </p:sp>
    </p:spTree>
    <p:extLst>
      <p:ext uri="{BB962C8B-B14F-4D97-AF65-F5344CB8AC3E}">
        <p14:creationId xmlns:p14="http://schemas.microsoft.com/office/powerpoint/2010/main" val="3131838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Layout" Target="../diagrams/layout1.xml"/><Relationship Id="rId7" Type="http://schemas.openxmlformats.org/officeDocument/2006/relationships/image" Target="../media/image1.jpg"/><Relationship Id="rId12" Type="http://schemas.microsoft.com/office/2007/relationships/diagramDrawing" Target="../diagrams/drawing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26" Type="http://schemas.openxmlformats.org/officeDocument/2006/relationships/diagramColors" Target="../diagrams/colors7.xml"/><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5" Type="http://schemas.openxmlformats.org/officeDocument/2006/relationships/diagramQuickStyle" Target="../diagrams/quickStyle7.xml"/><Relationship Id="rId2" Type="http://schemas.openxmlformats.org/officeDocument/2006/relationships/image" Target="../media/image2.jpg"/><Relationship Id="rId16" Type="http://schemas.openxmlformats.org/officeDocument/2006/relationships/diagramColors" Target="../diagrams/colors5.xml"/><Relationship Id="rId20" Type="http://schemas.openxmlformats.org/officeDocument/2006/relationships/diagramQuickStyle" Target="../diagrams/quickStyle6.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24" Type="http://schemas.openxmlformats.org/officeDocument/2006/relationships/diagramLayout" Target="../diagrams/layout7.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23" Type="http://schemas.openxmlformats.org/officeDocument/2006/relationships/diagramData" Target="../diagrams/data7.xml"/><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 Id="rId27" Type="http://schemas.microsoft.com/office/2007/relationships/diagramDrawing" Target="../diagrams/drawing7.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image" Target="../media/image3.jpeg"/><Relationship Id="rId16" Type="http://schemas.openxmlformats.org/officeDocument/2006/relationships/diagramColors" Target="../diagrams/colors10.xml"/><Relationship Id="rId1" Type="http://schemas.openxmlformats.org/officeDocument/2006/relationships/slideLayout" Target="../slideLayouts/slideLayout7.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Data" Target="../diagrams/data13.xml"/><Relationship Id="rId18" Type="http://schemas.openxmlformats.org/officeDocument/2006/relationships/diagramData" Target="../diagrams/data14.xml"/><Relationship Id="rId3" Type="http://schemas.openxmlformats.org/officeDocument/2006/relationships/diagramLayout" Target="../diagrams/layout11.xml"/><Relationship Id="rId21" Type="http://schemas.openxmlformats.org/officeDocument/2006/relationships/diagramColors" Target="../diagrams/colors14.xml"/><Relationship Id="rId7" Type="http://schemas.openxmlformats.org/officeDocument/2006/relationships/diagramData" Target="../diagrams/data12.xml"/><Relationship Id="rId12" Type="http://schemas.openxmlformats.org/officeDocument/2006/relationships/image" Target="../media/image4.png"/><Relationship Id="rId17" Type="http://schemas.microsoft.com/office/2007/relationships/diagramDrawing" Target="../diagrams/drawing13.xml"/><Relationship Id="rId2" Type="http://schemas.openxmlformats.org/officeDocument/2006/relationships/diagramData" Target="../diagrams/data11.xml"/><Relationship Id="rId16" Type="http://schemas.openxmlformats.org/officeDocument/2006/relationships/diagramColors" Target="../diagrams/colors13.xml"/><Relationship Id="rId20" Type="http://schemas.openxmlformats.org/officeDocument/2006/relationships/diagramQuickStyle" Target="../diagrams/quickStyle14.xml"/><Relationship Id="rId1" Type="http://schemas.openxmlformats.org/officeDocument/2006/relationships/slideLayout" Target="../slideLayouts/slideLayout7.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5" Type="http://schemas.openxmlformats.org/officeDocument/2006/relationships/diagramQuickStyle" Target="../diagrams/quickStyle13.xml"/><Relationship Id="rId10" Type="http://schemas.openxmlformats.org/officeDocument/2006/relationships/diagramColors" Target="../diagrams/colors12.xml"/><Relationship Id="rId19" Type="http://schemas.openxmlformats.org/officeDocument/2006/relationships/diagramLayout" Target="../diagrams/layout14.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Layout" Target="../diagrams/layout13.xml"/><Relationship Id="rId22" Type="http://schemas.microsoft.com/office/2007/relationships/diagramDrawing" Target="../diagrams/drawing14.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16.xml"/><Relationship Id="rId13" Type="http://schemas.openxmlformats.org/officeDocument/2006/relationships/diagramLayout" Target="../diagrams/layout17.xml"/><Relationship Id="rId3" Type="http://schemas.openxmlformats.org/officeDocument/2006/relationships/diagramLayout" Target="../diagrams/layout15.xml"/><Relationship Id="rId7" Type="http://schemas.openxmlformats.org/officeDocument/2006/relationships/diagramData" Target="../diagrams/data16.xml"/><Relationship Id="rId12" Type="http://schemas.openxmlformats.org/officeDocument/2006/relationships/diagramData" Target="../diagrams/data17.xml"/><Relationship Id="rId2" Type="http://schemas.openxmlformats.org/officeDocument/2006/relationships/diagramData" Target="../diagrams/data15.xml"/><Relationship Id="rId16" Type="http://schemas.microsoft.com/office/2007/relationships/diagramDrawing" Target="../diagrams/drawing17.xml"/><Relationship Id="rId1" Type="http://schemas.openxmlformats.org/officeDocument/2006/relationships/slideLayout" Target="../slideLayouts/slideLayout7.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5" Type="http://schemas.openxmlformats.org/officeDocument/2006/relationships/diagramColors" Target="../diagrams/colors17.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 Id="rId14" Type="http://schemas.openxmlformats.org/officeDocument/2006/relationships/diagramQuickStyle" Target="../diagrams/quickStyle17.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9.xml"/><Relationship Id="rId13" Type="http://schemas.openxmlformats.org/officeDocument/2006/relationships/diagramLayout" Target="../diagrams/layout20.xml"/><Relationship Id="rId3" Type="http://schemas.openxmlformats.org/officeDocument/2006/relationships/diagramLayout" Target="../diagrams/layout18.xml"/><Relationship Id="rId7" Type="http://schemas.openxmlformats.org/officeDocument/2006/relationships/diagramData" Target="../diagrams/data19.xml"/><Relationship Id="rId12" Type="http://schemas.openxmlformats.org/officeDocument/2006/relationships/diagramData" Target="../diagrams/data20.xml"/><Relationship Id="rId17" Type="http://schemas.openxmlformats.org/officeDocument/2006/relationships/image" Target="../media/image5.jpeg"/><Relationship Id="rId2" Type="http://schemas.openxmlformats.org/officeDocument/2006/relationships/diagramData" Target="../diagrams/data18.xml"/><Relationship Id="rId16" Type="http://schemas.microsoft.com/office/2007/relationships/diagramDrawing" Target="../diagrams/drawing20.xml"/><Relationship Id="rId1" Type="http://schemas.openxmlformats.org/officeDocument/2006/relationships/slideLayout" Target="../slideLayouts/slideLayout7.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5" Type="http://schemas.openxmlformats.org/officeDocument/2006/relationships/diagramColors" Target="../diagrams/colors20.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 Id="rId14" Type="http://schemas.openxmlformats.org/officeDocument/2006/relationships/diagramQuickStyle" Target="../diagrams/quickStyle20.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2.xml"/><Relationship Id="rId13" Type="http://schemas.openxmlformats.org/officeDocument/2006/relationships/diagramLayout" Target="../diagrams/layout23.xml"/><Relationship Id="rId3" Type="http://schemas.openxmlformats.org/officeDocument/2006/relationships/diagramLayout" Target="../diagrams/layout21.xml"/><Relationship Id="rId7" Type="http://schemas.openxmlformats.org/officeDocument/2006/relationships/diagramData" Target="../diagrams/data22.xml"/><Relationship Id="rId12" Type="http://schemas.openxmlformats.org/officeDocument/2006/relationships/diagramData" Target="../diagrams/data23.xml"/><Relationship Id="rId17" Type="http://schemas.openxmlformats.org/officeDocument/2006/relationships/image" Target="../media/image6.png"/><Relationship Id="rId2" Type="http://schemas.openxmlformats.org/officeDocument/2006/relationships/diagramData" Target="../diagrams/data21.xml"/><Relationship Id="rId16" Type="http://schemas.microsoft.com/office/2007/relationships/diagramDrawing" Target="../diagrams/drawing23.xml"/><Relationship Id="rId1" Type="http://schemas.openxmlformats.org/officeDocument/2006/relationships/slideLayout" Target="../slideLayouts/slideLayout7.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5" Type="http://schemas.openxmlformats.org/officeDocument/2006/relationships/diagramColors" Target="../diagrams/colors23.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 Id="rId14" Type="http://schemas.openxmlformats.org/officeDocument/2006/relationships/diagramQuickStyle" Target="../diagrams/quickStyle23.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5.xml"/><Relationship Id="rId3" Type="http://schemas.openxmlformats.org/officeDocument/2006/relationships/diagramData" Target="../diagrams/data24.xml"/><Relationship Id="rId7" Type="http://schemas.microsoft.com/office/2007/relationships/diagramDrawing" Target="../diagrams/drawing24.xml"/><Relationship Id="rId12" Type="http://schemas.microsoft.com/office/2007/relationships/diagramDrawing" Target="../diagrams/drawing25.xml"/><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diagramColors" Target="../diagrams/colors24.xml"/><Relationship Id="rId11" Type="http://schemas.openxmlformats.org/officeDocument/2006/relationships/diagramColors" Target="../diagrams/colors25.xml"/><Relationship Id="rId5" Type="http://schemas.openxmlformats.org/officeDocument/2006/relationships/diagramQuickStyle" Target="../diagrams/quickStyle24.xml"/><Relationship Id="rId10" Type="http://schemas.openxmlformats.org/officeDocument/2006/relationships/diagramQuickStyle" Target="../diagrams/quickStyle25.xml"/><Relationship Id="rId4" Type="http://schemas.openxmlformats.org/officeDocument/2006/relationships/diagramLayout" Target="../diagrams/layout24.xml"/><Relationship Id="rId9" Type="http://schemas.openxmlformats.org/officeDocument/2006/relationships/diagramLayout" Target="../diagrams/layout25.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7.xml"/><Relationship Id="rId13" Type="http://schemas.openxmlformats.org/officeDocument/2006/relationships/diagramData" Target="../diagrams/data28.xml"/><Relationship Id="rId3" Type="http://schemas.openxmlformats.org/officeDocument/2006/relationships/diagramData" Target="../diagrams/data26.xml"/><Relationship Id="rId7" Type="http://schemas.microsoft.com/office/2007/relationships/diagramDrawing" Target="../diagrams/drawing26.xml"/><Relationship Id="rId12" Type="http://schemas.microsoft.com/office/2007/relationships/diagramDrawing" Target="../diagrams/drawing27.xml"/><Relationship Id="rId17" Type="http://schemas.microsoft.com/office/2007/relationships/diagramDrawing" Target="../diagrams/drawing28.xml"/><Relationship Id="rId2" Type="http://schemas.openxmlformats.org/officeDocument/2006/relationships/image" Target="../media/image8.jpeg"/><Relationship Id="rId16" Type="http://schemas.openxmlformats.org/officeDocument/2006/relationships/diagramColors" Target="../diagrams/colors28.xml"/><Relationship Id="rId1" Type="http://schemas.openxmlformats.org/officeDocument/2006/relationships/slideLayout" Target="../slideLayouts/slideLayout7.xml"/><Relationship Id="rId6" Type="http://schemas.openxmlformats.org/officeDocument/2006/relationships/diagramColors" Target="../diagrams/colors26.xml"/><Relationship Id="rId11" Type="http://schemas.openxmlformats.org/officeDocument/2006/relationships/diagramColors" Target="../diagrams/colors27.xml"/><Relationship Id="rId5" Type="http://schemas.openxmlformats.org/officeDocument/2006/relationships/diagramQuickStyle" Target="../diagrams/quickStyle26.xml"/><Relationship Id="rId15" Type="http://schemas.openxmlformats.org/officeDocument/2006/relationships/diagramQuickStyle" Target="../diagrams/quickStyle28.xml"/><Relationship Id="rId10" Type="http://schemas.openxmlformats.org/officeDocument/2006/relationships/diagramQuickStyle" Target="../diagrams/quickStyle27.xml"/><Relationship Id="rId4" Type="http://schemas.openxmlformats.org/officeDocument/2006/relationships/diagramLayout" Target="../diagrams/layout26.xml"/><Relationship Id="rId9" Type="http://schemas.openxmlformats.org/officeDocument/2006/relationships/diagramLayout" Target="../diagrams/layout27.xml"/><Relationship Id="rId14" Type="http://schemas.openxmlformats.org/officeDocument/2006/relationships/diagramLayout" Target="../diagrams/layout28.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30.xml"/><Relationship Id="rId3" Type="http://schemas.openxmlformats.org/officeDocument/2006/relationships/diagramLayout" Target="../diagrams/layout29.xml"/><Relationship Id="rId7" Type="http://schemas.openxmlformats.org/officeDocument/2006/relationships/diagramData" Target="../diagrams/data30.xml"/><Relationship Id="rId12" Type="http://schemas.openxmlformats.org/officeDocument/2006/relationships/image" Target="../media/image9.jpg"/><Relationship Id="rId2" Type="http://schemas.openxmlformats.org/officeDocument/2006/relationships/diagramData" Target="../diagrams/data29.xml"/><Relationship Id="rId1" Type="http://schemas.openxmlformats.org/officeDocument/2006/relationships/slideLayout" Target="../slideLayouts/slideLayout7.xml"/><Relationship Id="rId6" Type="http://schemas.microsoft.com/office/2007/relationships/diagramDrawing" Target="../diagrams/drawing29.xml"/><Relationship Id="rId11" Type="http://schemas.microsoft.com/office/2007/relationships/diagramDrawing" Target="../diagrams/drawing30.xml"/><Relationship Id="rId5" Type="http://schemas.openxmlformats.org/officeDocument/2006/relationships/diagramColors" Target="../diagrams/colors29.xml"/><Relationship Id="rId10" Type="http://schemas.openxmlformats.org/officeDocument/2006/relationships/diagramColors" Target="../diagrams/colors30.xml"/><Relationship Id="rId4" Type="http://schemas.openxmlformats.org/officeDocument/2006/relationships/diagramQuickStyle" Target="../diagrams/quickStyle29.xml"/><Relationship Id="rId9" Type="http://schemas.openxmlformats.org/officeDocument/2006/relationships/diagramQuickStyle" Target="../diagrams/quickStyle30.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32.xml"/><Relationship Id="rId13" Type="http://schemas.openxmlformats.org/officeDocument/2006/relationships/diagramData" Target="../diagrams/data33.xml"/><Relationship Id="rId18" Type="http://schemas.openxmlformats.org/officeDocument/2006/relationships/diagramData" Target="../diagrams/data34.xml"/><Relationship Id="rId3" Type="http://schemas.openxmlformats.org/officeDocument/2006/relationships/diagramData" Target="../diagrams/data31.xml"/><Relationship Id="rId21" Type="http://schemas.openxmlformats.org/officeDocument/2006/relationships/diagramColors" Target="../diagrams/colors34.xml"/><Relationship Id="rId7" Type="http://schemas.microsoft.com/office/2007/relationships/diagramDrawing" Target="../diagrams/drawing31.xml"/><Relationship Id="rId12" Type="http://schemas.microsoft.com/office/2007/relationships/diagramDrawing" Target="../diagrams/drawing32.xml"/><Relationship Id="rId17" Type="http://schemas.microsoft.com/office/2007/relationships/diagramDrawing" Target="../diagrams/drawing33.xml"/><Relationship Id="rId2" Type="http://schemas.openxmlformats.org/officeDocument/2006/relationships/image" Target="../media/image10.png"/><Relationship Id="rId16" Type="http://schemas.openxmlformats.org/officeDocument/2006/relationships/diagramColors" Target="../diagrams/colors33.xml"/><Relationship Id="rId20" Type="http://schemas.openxmlformats.org/officeDocument/2006/relationships/diagramQuickStyle" Target="../diagrams/quickStyle34.xml"/><Relationship Id="rId1" Type="http://schemas.openxmlformats.org/officeDocument/2006/relationships/slideLayout" Target="../slideLayouts/slideLayout7.xml"/><Relationship Id="rId6" Type="http://schemas.openxmlformats.org/officeDocument/2006/relationships/diagramColors" Target="../diagrams/colors31.xml"/><Relationship Id="rId11" Type="http://schemas.openxmlformats.org/officeDocument/2006/relationships/diagramColors" Target="../diagrams/colors32.xml"/><Relationship Id="rId5" Type="http://schemas.openxmlformats.org/officeDocument/2006/relationships/diagramQuickStyle" Target="../diagrams/quickStyle31.xml"/><Relationship Id="rId15" Type="http://schemas.openxmlformats.org/officeDocument/2006/relationships/diagramQuickStyle" Target="../diagrams/quickStyle33.xml"/><Relationship Id="rId10" Type="http://schemas.openxmlformats.org/officeDocument/2006/relationships/diagramQuickStyle" Target="../diagrams/quickStyle32.xml"/><Relationship Id="rId19" Type="http://schemas.openxmlformats.org/officeDocument/2006/relationships/diagramLayout" Target="../diagrams/layout34.xml"/><Relationship Id="rId4" Type="http://schemas.openxmlformats.org/officeDocument/2006/relationships/diagramLayout" Target="../diagrams/layout31.xml"/><Relationship Id="rId9" Type="http://schemas.openxmlformats.org/officeDocument/2006/relationships/diagramLayout" Target="../diagrams/layout32.xml"/><Relationship Id="rId14" Type="http://schemas.openxmlformats.org/officeDocument/2006/relationships/diagramLayout" Target="../diagrams/layout33.xml"/><Relationship Id="rId22" Type="http://schemas.microsoft.com/office/2007/relationships/diagramDrawing" Target="../diagrams/drawing34.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36.xml"/><Relationship Id="rId13" Type="http://schemas.openxmlformats.org/officeDocument/2006/relationships/diagramData" Target="../diagrams/data37.xml"/><Relationship Id="rId3" Type="http://schemas.openxmlformats.org/officeDocument/2006/relationships/diagramLayout" Target="../diagrams/layout35.xml"/><Relationship Id="rId7" Type="http://schemas.openxmlformats.org/officeDocument/2006/relationships/diagramData" Target="../diagrams/data36.xml"/><Relationship Id="rId12" Type="http://schemas.openxmlformats.org/officeDocument/2006/relationships/image" Target="../media/image11.png"/><Relationship Id="rId17" Type="http://schemas.microsoft.com/office/2007/relationships/diagramDrawing" Target="../diagrams/drawing37.xml"/><Relationship Id="rId2" Type="http://schemas.openxmlformats.org/officeDocument/2006/relationships/diagramData" Target="../diagrams/data35.xml"/><Relationship Id="rId16" Type="http://schemas.openxmlformats.org/officeDocument/2006/relationships/diagramColors" Target="../diagrams/colors37.xml"/><Relationship Id="rId1" Type="http://schemas.openxmlformats.org/officeDocument/2006/relationships/slideLayout" Target="../slideLayouts/slideLayout7.xml"/><Relationship Id="rId6" Type="http://schemas.microsoft.com/office/2007/relationships/diagramDrawing" Target="../diagrams/drawing35.xml"/><Relationship Id="rId11" Type="http://schemas.microsoft.com/office/2007/relationships/diagramDrawing" Target="../diagrams/drawing36.xml"/><Relationship Id="rId5" Type="http://schemas.openxmlformats.org/officeDocument/2006/relationships/diagramColors" Target="../diagrams/colors35.xml"/><Relationship Id="rId15" Type="http://schemas.openxmlformats.org/officeDocument/2006/relationships/diagramQuickStyle" Target="../diagrams/quickStyle37.xml"/><Relationship Id="rId10" Type="http://schemas.openxmlformats.org/officeDocument/2006/relationships/diagramColors" Target="../diagrams/colors36.xml"/><Relationship Id="rId4" Type="http://schemas.openxmlformats.org/officeDocument/2006/relationships/diagramQuickStyle" Target="../diagrams/quickStyle35.xml"/><Relationship Id="rId9" Type="http://schemas.openxmlformats.org/officeDocument/2006/relationships/diagramQuickStyle" Target="../diagrams/quickStyle36.xml"/><Relationship Id="rId14" Type="http://schemas.openxmlformats.org/officeDocument/2006/relationships/diagramLayout" Target="../diagrams/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 9"/>
          <p:cNvGraphicFramePr/>
          <p:nvPr>
            <p:extLst>
              <p:ext uri="{D42A27DB-BD31-4B8C-83A1-F6EECF244321}">
                <p14:modId xmlns:p14="http://schemas.microsoft.com/office/powerpoint/2010/main" val="2798209454"/>
              </p:ext>
            </p:extLst>
          </p:nvPr>
        </p:nvGraphicFramePr>
        <p:xfrm>
          <a:off x="2222684" y="938869"/>
          <a:ext cx="8128000" cy="798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p:cNvPicPr>
            <a:picLocks noChangeAspect="1"/>
          </p:cNvPicPr>
          <p:nvPr/>
        </p:nvPicPr>
        <p:blipFill rotWithShape="1">
          <a:blip r:embed="rId7">
            <a:clrChange>
              <a:clrFrom>
                <a:srgbClr val="EFB399"/>
              </a:clrFrom>
              <a:clrTo>
                <a:srgbClr val="EFB399">
                  <a:alpha val="0"/>
                </a:srgbClr>
              </a:clrTo>
            </a:clrChange>
            <a:extLst>
              <a:ext uri="{28A0092B-C50C-407E-A947-70E740481C1C}">
                <a14:useLocalDpi xmlns:a14="http://schemas.microsoft.com/office/drawing/2010/main" val="0"/>
              </a:ext>
            </a:extLst>
          </a:blip>
          <a:srcRect l="-2" r="1542"/>
          <a:stretch/>
        </p:blipFill>
        <p:spPr>
          <a:xfrm>
            <a:off x="1890684" y="1978637"/>
            <a:ext cx="8460000" cy="4879363"/>
          </a:xfrm>
          <a:prstGeom prst="rect">
            <a:avLst/>
          </a:prstGeom>
          <a:ln>
            <a:noFill/>
          </a:ln>
          <a:effectLst>
            <a:softEdge rad="0"/>
          </a:effectLst>
        </p:spPr>
      </p:pic>
      <p:graphicFrame>
        <p:nvGraphicFramePr>
          <p:cNvPr id="2" name="Diagram 1"/>
          <p:cNvGraphicFramePr/>
          <p:nvPr>
            <p:extLst>
              <p:ext uri="{D42A27DB-BD31-4B8C-83A1-F6EECF244321}">
                <p14:modId xmlns:p14="http://schemas.microsoft.com/office/powerpoint/2010/main" val="2218510891"/>
              </p:ext>
            </p:extLst>
          </p:nvPr>
        </p:nvGraphicFramePr>
        <p:xfrm>
          <a:off x="3071633" y="1870571"/>
          <a:ext cx="6098101" cy="68518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128837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397" t="14182" r="5502" b="29091"/>
          <a:stretch/>
        </p:blipFill>
        <p:spPr>
          <a:xfrm>
            <a:off x="6860681" y="4239892"/>
            <a:ext cx="5331319" cy="2618108"/>
          </a:xfrm>
          <a:prstGeom prst="rect">
            <a:avLst/>
          </a:prstGeom>
        </p:spPr>
      </p:pic>
      <p:graphicFrame>
        <p:nvGraphicFramePr>
          <p:cNvPr id="5" name="Content Placeholder 4"/>
          <p:cNvGraphicFramePr>
            <a:graphicFrameLocks noGrp="1"/>
          </p:cNvGraphicFramePr>
          <p:nvPr>
            <p:ph idx="1"/>
            <p:extLst>
              <p:ext uri="{D42A27DB-BD31-4B8C-83A1-F6EECF244321}">
                <p14:modId xmlns:p14="http://schemas.microsoft.com/office/powerpoint/2010/main" val="576666022"/>
              </p:ext>
            </p:extLst>
          </p:nvPr>
        </p:nvGraphicFramePr>
        <p:xfrm>
          <a:off x="787220" y="3478115"/>
          <a:ext cx="10746348" cy="1439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ext uri="{D42A27DB-BD31-4B8C-83A1-F6EECF244321}">
                <p14:modId xmlns:p14="http://schemas.microsoft.com/office/powerpoint/2010/main" val="1728273528"/>
              </p:ext>
            </p:extLst>
          </p:nvPr>
        </p:nvGraphicFramePr>
        <p:xfrm>
          <a:off x="2096394" y="631065"/>
          <a:ext cx="8128000" cy="8337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p:cNvGraphicFramePr/>
          <p:nvPr>
            <p:extLst>
              <p:ext uri="{D42A27DB-BD31-4B8C-83A1-F6EECF244321}">
                <p14:modId xmlns:p14="http://schemas.microsoft.com/office/powerpoint/2010/main" val="435669317"/>
              </p:ext>
            </p:extLst>
          </p:nvPr>
        </p:nvGraphicFramePr>
        <p:xfrm>
          <a:off x="787220" y="4715186"/>
          <a:ext cx="5620322" cy="104717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7" name="Diagram 6"/>
          <p:cNvGraphicFramePr/>
          <p:nvPr>
            <p:extLst>
              <p:ext uri="{D42A27DB-BD31-4B8C-83A1-F6EECF244321}">
                <p14:modId xmlns:p14="http://schemas.microsoft.com/office/powerpoint/2010/main" val="269466742"/>
              </p:ext>
            </p:extLst>
          </p:nvPr>
        </p:nvGraphicFramePr>
        <p:xfrm>
          <a:off x="787220" y="1791140"/>
          <a:ext cx="10746348" cy="759998"/>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8" name="Diagram 7"/>
          <p:cNvGraphicFramePr/>
          <p:nvPr>
            <p:extLst>
              <p:ext uri="{D42A27DB-BD31-4B8C-83A1-F6EECF244321}">
                <p14:modId xmlns:p14="http://schemas.microsoft.com/office/powerpoint/2010/main" val="2852247138"/>
              </p:ext>
            </p:extLst>
          </p:nvPr>
        </p:nvGraphicFramePr>
        <p:xfrm>
          <a:off x="787220" y="2551138"/>
          <a:ext cx="10746348" cy="99416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Tree>
    <p:extLst>
      <p:ext uri="{BB962C8B-B14F-4D97-AF65-F5344CB8AC3E}">
        <p14:creationId xmlns:p14="http://schemas.microsoft.com/office/powerpoint/2010/main" val="747979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clrChange>
              <a:clrFrom>
                <a:srgbClr val="CEE3E4"/>
              </a:clrFrom>
              <a:clrTo>
                <a:srgbClr val="CEE3E4">
                  <a:alpha val="0"/>
                </a:srgbClr>
              </a:clrTo>
            </a:clrChange>
            <a:extLst>
              <a:ext uri="{28A0092B-C50C-407E-A947-70E740481C1C}">
                <a14:useLocalDpi xmlns:a14="http://schemas.microsoft.com/office/drawing/2010/main" val="0"/>
              </a:ext>
            </a:extLst>
          </a:blip>
          <a:stretch>
            <a:fillRect/>
          </a:stretch>
        </p:blipFill>
        <p:spPr>
          <a:xfrm>
            <a:off x="740757" y="3442277"/>
            <a:ext cx="3733797" cy="2489197"/>
          </a:xfrm>
          <a:prstGeom prst="rect">
            <a:avLst/>
          </a:prstGeom>
        </p:spPr>
      </p:pic>
      <p:graphicFrame>
        <p:nvGraphicFramePr>
          <p:cNvPr id="4" name="Diagram 3"/>
          <p:cNvGraphicFramePr/>
          <p:nvPr>
            <p:extLst>
              <p:ext uri="{D42A27DB-BD31-4B8C-83A1-F6EECF244321}">
                <p14:modId xmlns:p14="http://schemas.microsoft.com/office/powerpoint/2010/main" val="1648880390"/>
              </p:ext>
            </p:extLst>
          </p:nvPr>
        </p:nvGraphicFramePr>
        <p:xfrm>
          <a:off x="4366488" y="3901319"/>
          <a:ext cx="7094451" cy="20500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Diagram 1"/>
          <p:cNvGraphicFramePr/>
          <p:nvPr>
            <p:extLst>
              <p:ext uri="{D42A27DB-BD31-4B8C-83A1-F6EECF244321}">
                <p14:modId xmlns:p14="http://schemas.microsoft.com/office/powerpoint/2010/main" val="2726894707"/>
              </p:ext>
            </p:extLst>
          </p:nvPr>
        </p:nvGraphicFramePr>
        <p:xfrm>
          <a:off x="2175392" y="797637"/>
          <a:ext cx="8128000" cy="9144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3" name="Diagram 2"/>
          <p:cNvGraphicFramePr/>
          <p:nvPr>
            <p:extLst>
              <p:ext uri="{D42A27DB-BD31-4B8C-83A1-F6EECF244321}">
                <p14:modId xmlns:p14="http://schemas.microsoft.com/office/powerpoint/2010/main" val="1274664854"/>
              </p:ext>
            </p:extLst>
          </p:nvPr>
        </p:nvGraphicFramePr>
        <p:xfrm>
          <a:off x="1076034" y="2063595"/>
          <a:ext cx="10326715" cy="137868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8122885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725920896"/>
              </p:ext>
            </p:extLst>
          </p:nvPr>
        </p:nvGraphicFramePr>
        <p:xfrm>
          <a:off x="826653" y="762663"/>
          <a:ext cx="10520220" cy="78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extLst>
              <p:ext uri="{D42A27DB-BD31-4B8C-83A1-F6EECF244321}">
                <p14:modId xmlns:p14="http://schemas.microsoft.com/office/powerpoint/2010/main" val="253694455"/>
              </p:ext>
            </p:extLst>
          </p:nvPr>
        </p:nvGraphicFramePr>
        <p:xfrm>
          <a:off x="826653" y="3750037"/>
          <a:ext cx="7203442" cy="121681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5" name="Picture 4"/>
          <p:cNvPicPr>
            <a:picLocks noChangeAspect="1"/>
          </p:cNvPicPr>
          <p:nvPr/>
        </p:nvPicPr>
        <p:blipFill>
          <a:blip r:embed="rId12"/>
          <a:stretch>
            <a:fillRect/>
          </a:stretch>
        </p:blipFill>
        <p:spPr>
          <a:xfrm>
            <a:off x="8350419" y="1928553"/>
            <a:ext cx="2842952" cy="2842952"/>
          </a:xfrm>
          <a:prstGeom prst="rect">
            <a:avLst/>
          </a:prstGeom>
        </p:spPr>
      </p:pic>
      <p:graphicFrame>
        <p:nvGraphicFramePr>
          <p:cNvPr id="4" name="Diagram 3"/>
          <p:cNvGraphicFramePr/>
          <p:nvPr>
            <p:extLst>
              <p:ext uri="{D42A27DB-BD31-4B8C-83A1-F6EECF244321}">
                <p14:modId xmlns:p14="http://schemas.microsoft.com/office/powerpoint/2010/main" val="2967049673"/>
              </p:ext>
            </p:extLst>
          </p:nvPr>
        </p:nvGraphicFramePr>
        <p:xfrm>
          <a:off x="826653" y="1837115"/>
          <a:ext cx="7095376" cy="174251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6" name="Diagram 5"/>
          <p:cNvGraphicFramePr/>
          <p:nvPr>
            <p:extLst>
              <p:ext uri="{D42A27DB-BD31-4B8C-83A1-F6EECF244321}">
                <p14:modId xmlns:p14="http://schemas.microsoft.com/office/powerpoint/2010/main" val="906915539"/>
              </p:ext>
            </p:extLst>
          </p:nvPr>
        </p:nvGraphicFramePr>
        <p:xfrm>
          <a:off x="826653" y="5278582"/>
          <a:ext cx="10520220" cy="86390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32068301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2643927138"/>
              </p:ext>
            </p:extLst>
          </p:nvPr>
        </p:nvGraphicFramePr>
        <p:xfrm>
          <a:off x="859903" y="1612669"/>
          <a:ext cx="10420468" cy="15794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p:cNvGraphicFramePr/>
          <p:nvPr>
            <p:extLst>
              <p:ext uri="{D42A27DB-BD31-4B8C-83A1-F6EECF244321}">
                <p14:modId xmlns:p14="http://schemas.microsoft.com/office/powerpoint/2010/main" val="2277322719"/>
              </p:ext>
            </p:extLst>
          </p:nvPr>
        </p:nvGraphicFramePr>
        <p:xfrm>
          <a:off x="2032000" y="719666"/>
          <a:ext cx="8128000" cy="7098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3" name="Diagram 2"/>
          <p:cNvGraphicFramePr/>
          <p:nvPr>
            <p:extLst>
              <p:ext uri="{D42A27DB-BD31-4B8C-83A1-F6EECF244321}">
                <p14:modId xmlns:p14="http://schemas.microsoft.com/office/powerpoint/2010/main" val="2313147932"/>
              </p:ext>
            </p:extLst>
          </p:nvPr>
        </p:nvGraphicFramePr>
        <p:xfrm>
          <a:off x="859903" y="3582785"/>
          <a:ext cx="10666688" cy="253256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5457729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2439570114"/>
              </p:ext>
            </p:extLst>
          </p:nvPr>
        </p:nvGraphicFramePr>
        <p:xfrm>
          <a:off x="1014568" y="1532586"/>
          <a:ext cx="10215809" cy="22280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p:cNvGraphicFramePr/>
          <p:nvPr>
            <p:extLst>
              <p:ext uri="{D42A27DB-BD31-4B8C-83A1-F6EECF244321}">
                <p14:modId xmlns:p14="http://schemas.microsoft.com/office/powerpoint/2010/main" val="3931198102"/>
              </p:ext>
            </p:extLst>
          </p:nvPr>
        </p:nvGraphicFramePr>
        <p:xfrm>
          <a:off x="2212304" y="476518"/>
          <a:ext cx="8128000" cy="7984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p:cNvGraphicFramePr/>
          <p:nvPr>
            <p:extLst>
              <p:ext uri="{D42A27DB-BD31-4B8C-83A1-F6EECF244321}">
                <p14:modId xmlns:p14="http://schemas.microsoft.com/office/powerpoint/2010/main" val="3744897086"/>
              </p:ext>
            </p:extLst>
          </p:nvPr>
        </p:nvGraphicFramePr>
        <p:xfrm>
          <a:off x="4121373" y="3599411"/>
          <a:ext cx="7109004" cy="250848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5" name="Picture 4"/>
          <p:cNvPicPr>
            <a:picLocks noChangeAspect="1"/>
          </p:cNvPicPr>
          <p:nvPr/>
        </p:nvPicPr>
        <p:blipFill rotWithShape="1">
          <a:blip r:embed="rId17" cstate="print">
            <a:clrChange>
              <a:clrFrom>
                <a:srgbClr val="F8E5CD"/>
              </a:clrFrom>
              <a:clrTo>
                <a:srgbClr val="F8E5CD">
                  <a:alpha val="0"/>
                </a:srgbClr>
              </a:clrTo>
            </a:clrChange>
            <a:extLst>
              <a:ext uri="{28A0092B-C50C-407E-A947-70E740481C1C}">
                <a14:useLocalDpi xmlns:a14="http://schemas.microsoft.com/office/drawing/2010/main" val="0"/>
              </a:ext>
            </a:extLst>
          </a:blip>
          <a:srcRect l="18634" t="6417" r="18740" b="4812"/>
          <a:stretch/>
        </p:blipFill>
        <p:spPr>
          <a:xfrm>
            <a:off x="1082446" y="3667945"/>
            <a:ext cx="2582032" cy="2439947"/>
          </a:xfrm>
          <a:prstGeom prst="rect">
            <a:avLst/>
          </a:prstGeom>
        </p:spPr>
      </p:pic>
    </p:spTree>
    <p:extLst>
      <p:ext uri="{BB962C8B-B14F-4D97-AF65-F5344CB8AC3E}">
        <p14:creationId xmlns:p14="http://schemas.microsoft.com/office/powerpoint/2010/main" val="22894423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4007424109"/>
              </p:ext>
            </p:extLst>
          </p:nvPr>
        </p:nvGraphicFramePr>
        <p:xfrm>
          <a:off x="1094757" y="1546284"/>
          <a:ext cx="10285822" cy="1661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3730488870"/>
              </p:ext>
            </p:extLst>
          </p:nvPr>
        </p:nvGraphicFramePr>
        <p:xfrm>
          <a:off x="2173668" y="592428"/>
          <a:ext cx="8128000" cy="66970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p:cNvGraphicFramePr/>
          <p:nvPr>
            <p:extLst>
              <p:ext uri="{D42A27DB-BD31-4B8C-83A1-F6EECF244321}">
                <p14:modId xmlns:p14="http://schemas.microsoft.com/office/powerpoint/2010/main" val="2296474452"/>
              </p:ext>
            </p:extLst>
          </p:nvPr>
        </p:nvGraphicFramePr>
        <p:xfrm>
          <a:off x="1094757" y="3491813"/>
          <a:ext cx="6919168" cy="267271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5" name="Picture 4"/>
          <p:cNvPicPr>
            <a:picLocks noChangeAspect="1"/>
          </p:cNvPicPr>
          <p:nvPr/>
        </p:nvPicPr>
        <p:blipFill>
          <a:blip r:embed="rId17"/>
          <a:stretch>
            <a:fillRect/>
          </a:stretch>
        </p:blipFill>
        <p:spPr>
          <a:xfrm>
            <a:off x="8179723" y="3821043"/>
            <a:ext cx="3274374" cy="2014255"/>
          </a:xfrm>
          <a:prstGeom prst="rect">
            <a:avLst/>
          </a:prstGeom>
        </p:spPr>
      </p:pic>
    </p:spTree>
    <p:extLst>
      <p:ext uri="{BB962C8B-B14F-4D97-AF65-F5344CB8AC3E}">
        <p14:creationId xmlns:p14="http://schemas.microsoft.com/office/powerpoint/2010/main" val="22733581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827" y="1076497"/>
            <a:ext cx="3286300" cy="2464725"/>
          </a:xfrm>
          <a:prstGeom prst="rect">
            <a:avLst/>
          </a:prstGeom>
        </p:spPr>
      </p:pic>
      <p:graphicFrame>
        <p:nvGraphicFramePr>
          <p:cNvPr id="2" name="Diagram 1"/>
          <p:cNvGraphicFramePr/>
          <p:nvPr>
            <p:extLst>
              <p:ext uri="{D42A27DB-BD31-4B8C-83A1-F6EECF244321}">
                <p14:modId xmlns:p14="http://schemas.microsoft.com/office/powerpoint/2010/main" val="3899617806"/>
              </p:ext>
            </p:extLst>
          </p:nvPr>
        </p:nvGraphicFramePr>
        <p:xfrm>
          <a:off x="4965105" y="1517072"/>
          <a:ext cx="6581273" cy="15835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extLst>
              <p:ext uri="{D42A27DB-BD31-4B8C-83A1-F6EECF244321}">
                <p14:modId xmlns:p14="http://schemas.microsoft.com/office/powerpoint/2010/main" val="396702002"/>
              </p:ext>
            </p:extLst>
          </p:nvPr>
        </p:nvGraphicFramePr>
        <p:xfrm>
          <a:off x="767178" y="3906983"/>
          <a:ext cx="10779200" cy="21696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5186441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3287" t="30681" r="3912"/>
          <a:stretch/>
        </p:blipFill>
        <p:spPr>
          <a:xfrm>
            <a:off x="645237" y="1879869"/>
            <a:ext cx="4043142" cy="1793164"/>
          </a:xfrm>
          <a:prstGeom prst="rect">
            <a:avLst/>
          </a:prstGeom>
        </p:spPr>
      </p:pic>
      <p:graphicFrame>
        <p:nvGraphicFramePr>
          <p:cNvPr id="3" name="Diagram 2"/>
          <p:cNvGraphicFramePr/>
          <p:nvPr>
            <p:extLst>
              <p:ext uri="{D42A27DB-BD31-4B8C-83A1-F6EECF244321}">
                <p14:modId xmlns:p14="http://schemas.microsoft.com/office/powerpoint/2010/main" val="3063163626"/>
              </p:ext>
            </p:extLst>
          </p:nvPr>
        </p:nvGraphicFramePr>
        <p:xfrm>
          <a:off x="2320604" y="883853"/>
          <a:ext cx="7812610" cy="7267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Diagram 1"/>
          <p:cNvGraphicFramePr/>
          <p:nvPr>
            <p:extLst>
              <p:ext uri="{D42A27DB-BD31-4B8C-83A1-F6EECF244321}">
                <p14:modId xmlns:p14="http://schemas.microsoft.com/office/powerpoint/2010/main" val="748850485"/>
              </p:ext>
            </p:extLst>
          </p:nvPr>
        </p:nvGraphicFramePr>
        <p:xfrm>
          <a:off x="763433" y="3823855"/>
          <a:ext cx="10625005" cy="303414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5" name="Diagram 4"/>
          <p:cNvGraphicFramePr/>
          <p:nvPr>
            <p:extLst>
              <p:ext uri="{D42A27DB-BD31-4B8C-83A1-F6EECF244321}">
                <p14:modId xmlns:p14="http://schemas.microsoft.com/office/powerpoint/2010/main" val="1964648233"/>
              </p:ext>
            </p:extLst>
          </p:nvPr>
        </p:nvGraphicFramePr>
        <p:xfrm>
          <a:off x="4688378" y="2185650"/>
          <a:ext cx="6700059" cy="156279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1971673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750059847"/>
              </p:ext>
            </p:extLst>
          </p:nvPr>
        </p:nvGraphicFramePr>
        <p:xfrm>
          <a:off x="934721" y="3679900"/>
          <a:ext cx="6538421" cy="2015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p:cNvGraphicFramePr/>
          <p:nvPr>
            <p:extLst>
              <p:ext uri="{D42A27DB-BD31-4B8C-83A1-F6EECF244321}">
                <p14:modId xmlns:p14="http://schemas.microsoft.com/office/powerpoint/2010/main" val="2545320709"/>
              </p:ext>
            </p:extLst>
          </p:nvPr>
        </p:nvGraphicFramePr>
        <p:xfrm>
          <a:off x="1105131" y="1097280"/>
          <a:ext cx="10208489" cy="20033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1" name="Picture 10"/>
          <p:cNvPicPr>
            <a:picLocks noChangeAspect="1"/>
          </p:cNvPicPr>
          <p:nvPr/>
        </p:nvPicPr>
        <p:blipFill>
          <a:blip r:embed="rId12">
            <a:clrChange>
              <a:clrFrom>
                <a:srgbClr val="EBC6B4"/>
              </a:clrFrom>
              <a:clrTo>
                <a:srgbClr val="EBC6B4">
                  <a:alpha val="0"/>
                </a:srgbClr>
              </a:clrTo>
            </a:clrChange>
            <a:extLst>
              <a:ext uri="{28A0092B-C50C-407E-A947-70E740481C1C}">
                <a14:useLocalDpi xmlns:a14="http://schemas.microsoft.com/office/drawing/2010/main" val="0"/>
              </a:ext>
            </a:extLst>
          </a:blip>
          <a:stretch>
            <a:fillRect/>
          </a:stretch>
        </p:blipFill>
        <p:spPr>
          <a:xfrm>
            <a:off x="7733154" y="2576945"/>
            <a:ext cx="4021041" cy="3782292"/>
          </a:xfrm>
          <a:prstGeom prst="rect">
            <a:avLst/>
          </a:prstGeom>
        </p:spPr>
      </p:pic>
    </p:spTree>
    <p:extLst>
      <p:ext uri="{BB962C8B-B14F-4D97-AF65-F5344CB8AC3E}">
        <p14:creationId xmlns:p14="http://schemas.microsoft.com/office/powerpoint/2010/main" val="41787523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clrChange>
              <a:clrFrom>
                <a:srgbClr val="B7BCB4"/>
              </a:clrFrom>
              <a:clrTo>
                <a:srgbClr val="B7BCB4">
                  <a:alpha val="0"/>
                </a:srgbClr>
              </a:clrTo>
            </a:clrChange>
          </a:blip>
          <a:srcRect l="10493" t="10849" r="1194" b="-351"/>
          <a:stretch/>
        </p:blipFill>
        <p:spPr>
          <a:xfrm>
            <a:off x="7124007" y="2443941"/>
            <a:ext cx="4330931" cy="2468881"/>
          </a:xfrm>
          <a:prstGeom prst="rect">
            <a:avLst/>
          </a:prstGeom>
          <a:ln>
            <a:noFill/>
          </a:ln>
        </p:spPr>
      </p:pic>
      <p:graphicFrame>
        <p:nvGraphicFramePr>
          <p:cNvPr id="2" name="Diagram 1"/>
          <p:cNvGraphicFramePr/>
          <p:nvPr>
            <p:extLst>
              <p:ext uri="{D42A27DB-BD31-4B8C-83A1-F6EECF244321}">
                <p14:modId xmlns:p14="http://schemas.microsoft.com/office/powerpoint/2010/main" val="547760829"/>
              </p:ext>
            </p:extLst>
          </p:nvPr>
        </p:nvGraphicFramePr>
        <p:xfrm>
          <a:off x="992909" y="1783078"/>
          <a:ext cx="10344435" cy="7232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extLst>
              <p:ext uri="{D42A27DB-BD31-4B8C-83A1-F6EECF244321}">
                <p14:modId xmlns:p14="http://schemas.microsoft.com/office/powerpoint/2010/main" val="3280678591"/>
              </p:ext>
            </p:extLst>
          </p:nvPr>
        </p:nvGraphicFramePr>
        <p:xfrm>
          <a:off x="2186547" y="746975"/>
          <a:ext cx="8128000" cy="63905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p:cNvGraphicFramePr/>
          <p:nvPr>
            <p:extLst>
              <p:ext uri="{D42A27DB-BD31-4B8C-83A1-F6EECF244321}">
                <p14:modId xmlns:p14="http://schemas.microsoft.com/office/powerpoint/2010/main" val="2713368050"/>
              </p:ext>
            </p:extLst>
          </p:nvPr>
        </p:nvGraphicFramePr>
        <p:xfrm>
          <a:off x="1064354" y="4937762"/>
          <a:ext cx="10272990" cy="107234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7" name="Diagram 6"/>
          <p:cNvGraphicFramePr/>
          <p:nvPr>
            <p:extLst>
              <p:ext uri="{D42A27DB-BD31-4B8C-83A1-F6EECF244321}">
                <p14:modId xmlns:p14="http://schemas.microsoft.com/office/powerpoint/2010/main" val="2641095509"/>
              </p:ext>
            </p:extLst>
          </p:nvPr>
        </p:nvGraphicFramePr>
        <p:xfrm>
          <a:off x="992909" y="2820092"/>
          <a:ext cx="6131098" cy="172904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19450494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475723311"/>
              </p:ext>
            </p:extLst>
          </p:nvPr>
        </p:nvGraphicFramePr>
        <p:xfrm>
          <a:off x="826655" y="3646821"/>
          <a:ext cx="10293082" cy="25547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1652611182"/>
              </p:ext>
            </p:extLst>
          </p:nvPr>
        </p:nvGraphicFramePr>
        <p:xfrm>
          <a:off x="2239818" y="748111"/>
          <a:ext cx="8128000" cy="76140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p:cNvPicPr>
            <a:picLocks noChangeAspect="1"/>
          </p:cNvPicPr>
          <p:nvPr/>
        </p:nvPicPr>
        <p:blipFill rotWithShape="1">
          <a:blip r:embed="rId12"/>
          <a:srcRect l="15976" r="4691"/>
          <a:stretch/>
        </p:blipFill>
        <p:spPr>
          <a:xfrm>
            <a:off x="8751125" y="1704110"/>
            <a:ext cx="2368612" cy="1679422"/>
          </a:xfrm>
          <a:prstGeom prst="rect">
            <a:avLst/>
          </a:prstGeom>
        </p:spPr>
      </p:pic>
      <p:graphicFrame>
        <p:nvGraphicFramePr>
          <p:cNvPr id="5" name="Diagram 4"/>
          <p:cNvGraphicFramePr/>
          <p:nvPr>
            <p:extLst>
              <p:ext uri="{D42A27DB-BD31-4B8C-83A1-F6EECF244321}">
                <p14:modId xmlns:p14="http://schemas.microsoft.com/office/powerpoint/2010/main" val="1218526378"/>
              </p:ext>
            </p:extLst>
          </p:nvPr>
        </p:nvGraphicFramePr>
        <p:xfrm>
          <a:off x="918095" y="1788115"/>
          <a:ext cx="7328130" cy="166411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2121832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duotone>
              <a:prstClr val="black"/>
              <a:schemeClr val="accent6">
                <a:tint val="45000"/>
                <a:satMod val="400000"/>
              </a:schemeClr>
            </a:duotone>
            <a:extLst>
              <a:ext uri="{28A0092B-C50C-407E-A947-70E740481C1C}">
                <a14:useLocalDpi xmlns:a14="http://schemas.microsoft.com/office/drawing/2010/main" val="0"/>
              </a:ext>
            </a:extLst>
          </a:blip>
          <a:srcRect l="13960" t="12607" r="13919" b="26424"/>
          <a:stretch/>
        </p:blipFill>
        <p:spPr>
          <a:xfrm>
            <a:off x="3649287" y="1230284"/>
            <a:ext cx="4946074" cy="4181301"/>
          </a:xfrm>
          <a:prstGeom prst="rect">
            <a:avLst/>
          </a:prstGeom>
        </p:spPr>
      </p:pic>
    </p:spTree>
    <p:extLst>
      <p:ext uri="{BB962C8B-B14F-4D97-AF65-F5344CB8AC3E}">
        <p14:creationId xmlns:p14="http://schemas.microsoft.com/office/powerpoint/2010/main" val="2004064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2045</TotalTime>
  <Words>1068</Words>
  <Application>Microsoft Office PowerPoint</Application>
  <PresentationFormat>Widescreen</PresentationFormat>
  <Paragraphs>61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Georgia</vt:lpstr>
      <vt:lpstr>Gill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Kauser Malik</cp:lastModifiedBy>
  <cp:revision>116</cp:revision>
  <dcterms:created xsi:type="dcterms:W3CDTF">2024-02-10T19:18:54Z</dcterms:created>
  <dcterms:modified xsi:type="dcterms:W3CDTF">2024-02-16T04:12:13Z</dcterms:modified>
</cp:coreProperties>
</file>