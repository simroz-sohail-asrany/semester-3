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7296d21f0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7296d21f0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79935f0df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79935f0df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79935f0df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79935f0df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79935f0df7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79935f0df7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79935f0df7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79935f0df7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79935f0df7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79935f0df7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7296d21f09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7296d21f0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7296d21f09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7296d21f09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7296d21f09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7296d21f09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7bc4f93f6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7bc4f93f6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7296d21f09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7296d21f09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7296d21f09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7296d21f09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7296d21f09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7296d21f09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7296d21f09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7296d21f09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79935f0df7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79935f0df7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7bc4f93f61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7bc4f93f61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7bc4f93f61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7bc4f93f61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7296d21f09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7296d21f09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79935f0df7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79935f0df7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296d21f09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7296d21f09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7c6a8a420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7c6a8a420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7c6a8a420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7c6a8a420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7bc4f93f61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7bc4f93f61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7296d21f09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7296d21f09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7296d21f09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7296d21f09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7296d21f09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7296d21f09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79935f0df7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79935f0df7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79935f0df7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79935f0df7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79935f0df7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79935f0df7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7296d21f09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7296d21f09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79935f0df7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79935f0df7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79935f0df7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79935f0df7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7296d21f09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7296d21f09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7296d21f09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7296d21f09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7296d21f09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7296d21f09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7296d21f09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7296d21f09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7296d21f09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7296d21f09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7296d21f09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7296d21f09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7296d21f09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7296d21f09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7296d21f09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7296d21f09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7296d21f09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7296d21f09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7296d21f09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7296d21f09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7296d21f09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7296d21f09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7296d21f09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7296d21f09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63b4d95a8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63b4d95a8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63b4d95a8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63b4d95a8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63b4d95a8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63b4d95a8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63b4d95a89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63b4d95a8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63b4d95a89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63b4d95a8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63b4d95a89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63b4d95a89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63b4d95a89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63b4d95a89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63b4d95a8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363b4d95a8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63b4d95a89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63b4d95a89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63b4d95a89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63b4d95a89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63b4d95a89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63b4d95a89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63b4d95a89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363b4d95a89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63b4d95a89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363b4d95a89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63b4d95a89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363b4d95a89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63b4d95a89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363b4d95a89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63b4d95a89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363b4d95a89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9.png"/><Relationship Id="rId4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20.png"/><Relationship Id="rId5" Type="http://schemas.openxmlformats.org/officeDocument/2006/relationships/image" Target="../media/image9.png"/><Relationship Id="rId6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2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1.png"/><Relationship Id="rId4" Type="http://schemas.openxmlformats.org/officeDocument/2006/relationships/image" Target="../media/image2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2.png"/><Relationship Id="rId4" Type="http://schemas.openxmlformats.org/officeDocument/2006/relationships/image" Target="../media/image2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9.png"/><Relationship Id="rId4" Type="http://schemas.openxmlformats.org/officeDocument/2006/relationships/image" Target="../media/image3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5.png"/><Relationship Id="rId4" Type="http://schemas.openxmlformats.org/officeDocument/2006/relationships/image" Target="../media/image3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7.png"/><Relationship Id="rId4" Type="http://schemas.openxmlformats.org/officeDocument/2006/relationships/image" Target="../media/image3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68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6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5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4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5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9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3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9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0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51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57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55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6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61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70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6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53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63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71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69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64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62.png"/><Relationship Id="rId4" Type="http://schemas.openxmlformats.org/officeDocument/2006/relationships/image" Target="../media/image60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67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58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72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6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Assembly Language Fundamentals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1" y="0"/>
            <a:ext cx="8286725" cy="505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325" y="0"/>
            <a:ext cx="7860426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225" y="607425"/>
            <a:ext cx="7807575" cy="330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1475" y="133825"/>
            <a:ext cx="3522956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9700" y="847201"/>
            <a:ext cx="8164599" cy="417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6288" y="54325"/>
            <a:ext cx="7334600" cy="322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6288" y="3384825"/>
            <a:ext cx="6753225" cy="142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72700"/>
            <a:ext cx="8901324" cy="120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61850" y="0"/>
            <a:ext cx="2620104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4100" y="2444050"/>
            <a:ext cx="7693975" cy="269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961850" y="1891550"/>
            <a:ext cx="2239275" cy="50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075" y="929550"/>
            <a:ext cx="8451924" cy="364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82450" y="253100"/>
            <a:ext cx="3219450" cy="53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1400" y="445025"/>
            <a:ext cx="7987550" cy="458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42163" y="0"/>
            <a:ext cx="1838325" cy="43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2"/>
          <p:cNvPicPr preferRelativeResize="0"/>
          <p:nvPr/>
        </p:nvPicPr>
        <p:blipFill rotWithShape="1">
          <a:blip r:embed="rId3">
            <a:alphaModFix/>
          </a:blip>
          <a:srcRect b="-2020" l="635" r="-12093" t="2020"/>
          <a:stretch/>
        </p:blipFill>
        <p:spPr>
          <a:xfrm>
            <a:off x="385275" y="96816"/>
            <a:ext cx="859427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5" name="Google Shape;11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5"/>
            <a:ext cx="9144000" cy="2347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2" name="Google Shape;12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0151" y="0"/>
            <a:ext cx="79084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6313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525" y="0"/>
            <a:ext cx="84794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875" y="0"/>
            <a:ext cx="8551875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3" name="Google Shape;14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425" y="163250"/>
            <a:ext cx="8629149" cy="34163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495000"/>
            <a:ext cx="9143999" cy="164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075" y="152400"/>
            <a:ext cx="7929341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2938" y="90488"/>
            <a:ext cx="7858125" cy="496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0275" y="145475"/>
            <a:ext cx="7250375" cy="443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61925" y="4667250"/>
            <a:ext cx="6543675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4701" y="197425"/>
            <a:ext cx="7524375" cy="462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3425" y="601700"/>
            <a:ext cx="8517149" cy="367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3375" y="124675"/>
            <a:ext cx="8277225" cy="213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410675"/>
            <a:ext cx="7715250" cy="208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Examples</a:t>
            </a:r>
            <a:r>
              <a:rPr b="1" lang="en-GB"/>
              <a:t> </a:t>
            </a:r>
            <a:endParaRPr b="1"/>
          </a:p>
        </p:txBody>
      </p:sp>
      <p:pic>
        <p:nvPicPr>
          <p:cNvPr id="182" name="Google Shape;182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575" y="1120938"/>
            <a:ext cx="8829675" cy="362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9" name="Google Shape;18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49315"/>
            <a:ext cx="9143999" cy="4444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276" y="144452"/>
            <a:ext cx="8673549" cy="495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474" y="0"/>
            <a:ext cx="7987276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7975" y="83125"/>
            <a:ext cx="7831650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300" y="330725"/>
            <a:ext cx="8065900" cy="388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6" name="Google Shape;216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63550"/>
            <a:ext cx="8278101" cy="477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6288" y="133350"/>
            <a:ext cx="7591425" cy="487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6075" y="47625"/>
            <a:ext cx="7658100" cy="321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800" y="1250725"/>
            <a:ext cx="7572375" cy="220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38500" y="445025"/>
            <a:ext cx="2823470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7000" y="389375"/>
            <a:ext cx="7267575" cy="470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65600" y="0"/>
            <a:ext cx="2823475" cy="445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6300" y="23813"/>
            <a:ext cx="7391400" cy="509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3250" y="162038"/>
            <a:ext cx="7693225" cy="4819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6786" y="0"/>
            <a:ext cx="6720278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626" y="138100"/>
            <a:ext cx="8392901" cy="486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374" y="0"/>
            <a:ext cx="7805351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2384" y="0"/>
            <a:ext cx="729923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6800" y="247650"/>
            <a:ext cx="6810375" cy="464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53"/>
          <p:cNvPicPr preferRelativeResize="0"/>
          <p:nvPr/>
        </p:nvPicPr>
        <p:blipFill rotWithShape="1">
          <a:blip r:embed="rId3">
            <a:alphaModFix/>
          </a:blip>
          <a:srcRect b="0" l="0" r="-1461" t="0"/>
          <a:stretch/>
        </p:blipFill>
        <p:spPr>
          <a:xfrm>
            <a:off x="707025" y="0"/>
            <a:ext cx="7971200" cy="501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9528" y="116025"/>
            <a:ext cx="7421324" cy="472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Google Shape;288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925" y="223825"/>
            <a:ext cx="8194174" cy="469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3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1038" y="261938"/>
            <a:ext cx="7781925" cy="461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3649" y="41575"/>
            <a:ext cx="7538150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8375" y="335975"/>
            <a:ext cx="7567250" cy="469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5324" y="328175"/>
            <a:ext cx="7989375" cy="452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" name="Google Shape;313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7950" y="304380"/>
            <a:ext cx="8026300" cy="466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8" name="Google Shape;318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8825" y="172338"/>
            <a:ext cx="7786326" cy="479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3" name="Google Shape;323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0200" y="251575"/>
            <a:ext cx="7503600" cy="479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8" name="Google Shape;328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6900" y="244625"/>
            <a:ext cx="7584124" cy="477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" name="Google Shape;333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5375" y="100925"/>
            <a:ext cx="7723849" cy="494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8" name="Google Shape;338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2000" y="241600"/>
            <a:ext cx="7055700" cy="458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3" name="Google Shape;343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0075" y="287475"/>
            <a:ext cx="7641725" cy="473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" name="Google Shape;348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6754" y="186603"/>
            <a:ext cx="7278725" cy="466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3" name="Google Shape;353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0175" y="289175"/>
            <a:ext cx="7824224" cy="418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4588" y="1639425"/>
            <a:ext cx="5419725" cy="336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89851"/>
            <a:ext cx="5762625" cy="149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4" name="Google Shape;364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3925" y="319525"/>
            <a:ext cx="8133125" cy="460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9" name="Google Shape;369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4550" y="136675"/>
            <a:ext cx="7226075" cy="487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4" name="Google Shape;374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3050" y="243750"/>
            <a:ext cx="8082050" cy="48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" name="Google Shape;379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625" y="218675"/>
            <a:ext cx="8069900" cy="479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